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08" r:id="rId3"/>
    <p:sldId id="312" r:id="rId4"/>
    <p:sldId id="313" r:id="rId5"/>
    <p:sldId id="314" r:id="rId6"/>
    <p:sldId id="315" r:id="rId7"/>
    <p:sldId id="311" r:id="rId8"/>
    <p:sldId id="316" r:id="rId9"/>
    <p:sldId id="317" r:id="rId10"/>
    <p:sldId id="318" r:id="rId11"/>
    <p:sldId id="320" r:id="rId12"/>
    <p:sldId id="322" r:id="rId13"/>
    <p:sldId id="32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B51A6"/>
    <a:srgbClr val="A5C2F1"/>
    <a:srgbClr val="D8F8C0"/>
    <a:srgbClr val="C2D6F6"/>
    <a:srgbClr val="5D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66" autoAdjust="0"/>
  </p:normalViewPr>
  <p:slideViewPr>
    <p:cSldViewPr snapToGrid="0">
      <p:cViewPr varScale="1">
        <p:scale>
          <a:sx n="76" d="100"/>
          <a:sy n="76" d="100"/>
        </p:scale>
        <p:origin x="1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k Lee" userId="e6ccb83e-a916-4eb9-ae3d-b7939bfb8310" providerId="ADAL" clId="{C6044D90-BE6D-4CF8-8D2D-8748878854F2}"/>
    <pc:docChg chg="undo custSel addSld delSld modSld modMainMaster">
      <pc:chgData name="Hyuk Lee" userId="e6ccb83e-a916-4eb9-ae3d-b7939bfb8310" providerId="ADAL" clId="{C6044D90-BE6D-4CF8-8D2D-8748878854F2}" dt="2025-03-08T10:34:33.231" v="1770"/>
      <pc:docMkLst>
        <pc:docMk/>
      </pc:docMkLst>
      <pc:sldChg chg="modSp">
        <pc:chgData name="Hyuk Lee" userId="e6ccb83e-a916-4eb9-ae3d-b7939bfb8310" providerId="ADAL" clId="{C6044D90-BE6D-4CF8-8D2D-8748878854F2}" dt="2025-03-08T09:22:52.116" v="7" actId="6549"/>
        <pc:sldMkLst>
          <pc:docMk/>
          <pc:sldMk cId="1162028208" sldId="256"/>
        </pc:sldMkLst>
        <pc:spChg chg="mod">
          <ac:chgData name="Hyuk Lee" userId="e6ccb83e-a916-4eb9-ae3d-b7939bfb8310" providerId="ADAL" clId="{C6044D90-BE6D-4CF8-8D2D-8748878854F2}" dt="2025-03-08T09:22:52.116" v="7" actId="6549"/>
          <ac:spMkLst>
            <pc:docMk/>
            <pc:sldMk cId="1162028208" sldId="256"/>
            <ac:spMk id="4" creationId="{00A875EF-925C-0ED8-7D9B-D7043555AFC5}"/>
          </ac:spMkLst>
        </pc:spChg>
      </pc:sldChg>
      <pc:sldChg chg="addSp delSp modSp">
        <pc:chgData name="Hyuk Lee" userId="e6ccb83e-a916-4eb9-ae3d-b7939bfb8310" providerId="ADAL" clId="{C6044D90-BE6D-4CF8-8D2D-8748878854F2}" dt="2025-03-08T09:44:36.256" v="402" actId="20577"/>
        <pc:sldMkLst>
          <pc:docMk/>
          <pc:sldMk cId="1151641421" sldId="306"/>
        </pc:sldMkLst>
        <pc:spChg chg="mod">
          <ac:chgData name="Hyuk Lee" userId="e6ccb83e-a916-4eb9-ae3d-b7939bfb8310" providerId="ADAL" clId="{C6044D90-BE6D-4CF8-8D2D-8748878854F2}" dt="2025-03-08T09:44:36.256" v="402" actId="20577"/>
          <ac:spMkLst>
            <pc:docMk/>
            <pc:sldMk cId="1151641421" sldId="306"/>
            <ac:spMk id="2" creationId="{F9634908-2A2E-C8E1-7E2F-CF1749894DE0}"/>
          </ac:spMkLst>
        </pc:spChg>
        <pc:spChg chg="mod">
          <ac:chgData name="Hyuk Lee" userId="e6ccb83e-a916-4eb9-ae3d-b7939bfb8310" providerId="ADAL" clId="{C6044D90-BE6D-4CF8-8D2D-8748878854F2}" dt="2025-03-08T09:35:05.252" v="231" actId="6549"/>
          <ac:spMkLst>
            <pc:docMk/>
            <pc:sldMk cId="1151641421" sldId="306"/>
            <ac:spMk id="3" creationId="{1AB18CA1-989A-0EDA-8A63-4EC532C138E6}"/>
          </ac:spMkLst>
        </pc:spChg>
        <pc:spChg chg="mod">
          <ac:chgData name="Hyuk Lee" userId="e6ccb83e-a916-4eb9-ae3d-b7939bfb8310" providerId="ADAL" clId="{C6044D90-BE6D-4CF8-8D2D-8748878854F2}" dt="2025-03-08T09:39:35.383" v="313" actId="1036"/>
          <ac:spMkLst>
            <pc:docMk/>
            <pc:sldMk cId="1151641421" sldId="306"/>
            <ac:spMk id="10" creationId="{1FF5287A-B497-4F9C-8CEA-3CF35FEA5C03}"/>
          </ac:spMkLst>
        </pc:spChg>
        <pc:spChg chg="mod">
          <ac:chgData name="Hyuk Lee" userId="e6ccb83e-a916-4eb9-ae3d-b7939bfb8310" providerId="ADAL" clId="{C6044D90-BE6D-4CF8-8D2D-8748878854F2}" dt="2025-03-08T09:39:35.383" v="313" actId="1036"/>
          <ac:spMkLst>
            <pc:docMk/>
            <pc:sldMk cId="1151641421" sldId="306"/>
            <ac:spMk id="12" creationId="{1A7182CA-9585-54FF-66C4-FCD7EA669C61}"/>
          </ac:spMkLst>
        </pc:spChg>
        <pc:spChg chg="add mod">
          <ac:chgData name="Hyuk Lee" userId="e6ccb83e-a916-4eb9-ae3d-b7939bfb8310" providerId="ADAL" clId="{C6044D90-BE6D-4CF8-8D2D-8748878854F2}" dt="2025-03-08T09:34:50.824" v="187" actId="1076"/>
          <ac:spMkLst>
            <pc:docMk/>
            <pc:sldMk cId="1151641421" sldId="306"/>
            <ac:spMk id="13" creationId="{033A5E32-92DF-4205-ABC9-2FBCC5C007C5}"/>
          </ac:spMkLst>
        </pc:spChg>
        <pc:spChg chg="add mod">
          <ac:chgData name="Hyuk Lee" userId="e6ccb83e-a916-4eb9-ae3d-b7939bfb8310" providerId="ADAL" clId="{C6044D90-BE6D-4CF8-8D2D-8748878854F2}" dt="2025-03-08T09:35:10.258" v="232" actId="1076"/>
          <ac:spMkLst>
            <pc:docMk/>
            <pc:sldMk cId="1151641421" sldId="306"/>
            <ac:spMk id="14" creationId="{A813AC9D-DC67-48E8-B82B-173F601CC9E9}"/>
          </ac:spMkLst>
        </pc:spChg>
        <pc:picChg chg="add mod">
          <ac:chgData name="Hyuk Lee" userId="e6ccb83e-a916-4eb9-ae3d-b7939bfb8310" providerId="ADAL" clId="{C6044D90-BE6D-4CF8-8D2D-8748878854F2}" dt="2025-03-08T09:30:52.191" v="28" actId="14100"/>
          <ac:picMkLst>
            <pc:docMk/>
            <pc:sldMk cId="1151641421" sldId="306"/>
            <ac:picMk id="5" creationId="{367CFC0A-E0DA-4CCE-897C-ECCB946B84F3}"/>
          </ac:picMkLst>
        </pc:picChg>
        <pc:picChg chg="add mod">
          <ac:chgData name="Hyuk Lee" userId="e6ccb83e-a916-4eb9-ae3d-b7939bfb8310" providerId="ADAL" clId="{C6044D90-BE6D-4CF8-8D2D-8748878854F2}" dt="2025-03-08T09:30:36.204" v="23" actId="1076"/>
          <ac:picMkLst>
            <pc:docMk/>
            <pc:sldMk cId="1151641421" sldId="306"/>
            <ac:picMk id="9" creationId="{DC61CB0C-B55C-4E79-9648-C86B93A16950}"/>
          </ac:picMkLst>
        </pc:picChg>
        <pc:picChg chg="add mod">
          <ac:chgData name="Hyuk Lee" userId="e6ccb83e-a916-4eb9-ae3d-b7939bfb8310" providerId="ADAL" clId="{C6044D90-BE6D-4CF8-8D2D-8748878854F2}" dt="2025-03-08T09:42:35.691" v="336" actId="1076"/>
          <ac:picMkLst>
            <pc:docMk/>
            <pc:sldMk cId="1151641421" sldId="306"/>
            <ac:picMk id="20" creationId="{84B02590-AEB1-4EC1-88D2-068761E9DA9D}"/>
          </ac:picMkLst>
        </pc:picChg>
      </pc:sldChg>
      <pc:sldChg chg="addSp delSp modSp add del">
        <pc:chgData name="Hyuk Lee" userId="e6ccb83e-a916-4eb9-ae3d-b7939bfb8310" providerId="ADAL" clId="{C6044D90-BE6D-4CF8-8D2D-8748878854F2}" dt="2025-03-08T10:11:30.488" v="1021" actId="2696"/>
        <pc:sldMkLst>
          <pc:docMk/>
          <pc:sldMk cId="3413236291" sldId="307"/>
        </pc:sldMkLst>
      </pc:sldChg>
      <pc:sldChg chg="delSp modSp add">
        <pc:chgData name="Hyuk Lee" userId="e6ccb83e-a916-4eb9-ae3d-b7939bfb8310" providerId="ADAL" clId="{C6044D90-BE6D-4CF8-8D2D-8748878854F2}" dt="2025-03-08T10:08:46.636" v="981" actId="207"/>
        <pc:sldMkLst>
          <pc:docMk/>
          <pc:sldMk cId="2688382372" sldId="308"/>
        </pc:sldMkLst>
        <pc:spChg chg="mod">
          <ac:chgData name="Hyuk Lee" userId="e6ccb83e-a916-4eb9-ae3d-b7939bfb8310" providerId="ADAL" clId="{C6044D90-BE6D-4CF8-8D2D-8748878854F2}" dt="2025-03-08T10:08:46.636" v="981" actId="207"/>
          <ac:spMkLst>
            <pc:docMk/>
            <pc:sldMk cId="2688382372" sldId="308"/>
            <ac:spMk id="2" creationId="{F9634908-2A2E-C8E1-7E2F-CF1749894DE0}"/>
          </ac:spMkLst>
        </pc:spChg>
        <pc:spChg chg="mod">
          <ac:chgData name="Hyuk Lee" userId="e6ccb83e-a916-4eb9-ae3d-b7939bfb8310" providerId="ADAL" clId="{C6044D90-BE6D-4CF8-8D2D-8748878854F2}" dt="2025-03-08T10:08:16.198" v="978" actId="6549"/>
          <ac:spMkLst>
            <pc:docMk/>
            <pc:sldMk cId="2688382372" sldId="308"/>
            <ac:spMk id="3" creationId="{1AB18CA1-989A-0EDA-8A63-4EC532C138E6}"/>
          </ac:spMkLst>
        </pc:spChg>
      </pc:sldChg>
      <pc:sldChg chg="modSp add">
        <pc:chgData name="Hyuk Lee" userId="e6ccb83e-a916-4eb9-ae3d-b7939bfb8310" providerId="ADAL" clId="{C6044D90-BE6D-4CF8-8D2D-8748878854F2}" dt="2025-03-08T10:11:26.132" v="1020" actId="113"/>
        <pc:sldMkLst>
          <pc:docMk/>
          <pc:sldMk cId="3380950337" sldId="309"/>
        </pc:sldMkLst>
        <pc:spChg chg="mod">
          <ac:chgData name="Hyuk Lee" userId="e6ccb83e-a916-4eb9-ae3d-b7939bfb8310" providerId="ADAL" clId="{C6044D90-BE6D-4CF8-8D2D-8748878854F2}" dt="2025-03-08T10:11:07.485" v="1001" actId="20577"/>
          <ac:spMkLst>
            <pc:docMk/>
            <pc:sldMk cId="3380950337" sldId="309"/>
            <ac:spMk id="3" creationId="{1AB18CA1-989A-0EDA-8A63-4EC532C138E6}"/>
          </ac:spMkLst>
        </pc:spChg>
        <pc:spChg chg="mod">
          <ac:chgData name="Hyuk Lee" userId="e6ccb83e-a916-4eb9-ae3d-b7939bfb8310" providerId="ADAL" clId="{C6044D90-BE6D-4CF8-8D2D-8748878854F2}" dt="2025-03-08T10:11:26.132" v="1020" actId="113"/>
          <ac:spMkLst>
            <pc:docMk/>
            <pc:sldMk cId="3380950337" sldId="309"/>
            <ac:spMk id="6" creationId="{B92C4FAC-47BE-4231-8104-12DC30902DE0}"/>
          </ac:spMkLst>
        </pc:spChg>
      </pc:sldChg>
      <pc:sldChg chg="delSp modSp add">
        <pc:chgData name="Hyuk Lee" userId="e6ccb83e-a916-4eb9-ae3d-b7939bfb8310" providerId="ADAL" clId="{C6044D90-BE6D-4CF8-8D2D-8748878854F2}" dt="2025-03-08T10:14:55.958" v="1537" actId="2710"/>
        <pc:sldMkLst>
          <pc:docMk/>
          <pc:sldMk cId="1071501834" sldId="310"/>
        </pc:sldMkLst>
        <pc:spChg chg="mod">
          <ac:chgData name="Hyuk Lee" userId="e6ccb83e-a916-4eb9-ae3d-b7939bfb8310" providerId="ADAL" clId="{C6044D90-BE6D-4CF8-8D2D-8748878854F2}" dt="2025-03-08T10:14:55.958" v="1537" actId="2710"/>
          <ac:spMkLst>
            <pc:docMk/>
            <pc:sldMk cId="1071501834" sldId="310"/>
            <ac:spMk id="3" creationId="{1AB18CA1-989A-0EDA-8A63-4EC532C138E6}"/>
          </ac:spMkLst>
        </pc:spChg>
      </pc:sldChg>
      <pc:sldChg chg="modSp add">
        <pc:chgData name="Hyuk Lee" userId="e6ccb83e-a916-4eb9-ae3d-b7939bfb8310" providerId="ADAL" clId="{C6044D90-BE6D-4CF8-8D2D-8748878854F2}" dt="2025-03-08T10:34:33.231" v="1770"/>
        <pc:sldMkLst>
          <pc:docMk/>
          <pc:sldMk cId="1685933865" sldId="311"/>
        </pc:sldMkLst>
        <pc:spChg chg="mod">
          <ac:chgData name="Hyuk Lee" userId="e6ccb83e-a916-4eb9-ae3d-b7939bfb8310" providerId="ADAL" clId="{C6044D90-BE6D-4CF8-8D2D-8748878854F2}" dt="2025-03-08T10:28:52.536" v="1551" actId="6549"/>
          <ac:spMkLst>
            <pc:docMk/>
            <pc:sldMk cId="1685933865" sldId="311"/>
            <ac:spMk id="2" creationId="{F9634908-2A2E-C8E1-7E2F-CF1749894DE0}"/>
          </ac:spMkLst>
        </pc:spChg>
        <pc:spChg chg="mod">
          <ac:chgData name="Hyuk Lee" userId="e6ccb83e-a916-4eb9-ae3d-b7939bfb8310" providerId="ADAL" clId="{C6044D90-BE6D-4CF8-8D2D-8748878854F2}" dt="2025-03-08T10:34:33.231" v="1770"/>
          <ac:spMkLst>
            <pc:docMk/>
            <pc:sldMk cId="1685933865" sldId="311"/>
            <ac:spMk id="3" creationId="{1AB18CA1-989A-0EDA-8A63-4EC532C138E6}"/>
          </ac:spMkLst>
        </pc:spChg>
      </pc:sldChg>
      <pc:sldMasterChg chg="modSldLayout">
        <pc:chgData name="Hyuk Lee" userId="e6ccb83e-a916-4eb9-ae3d-b7939bfb8310" providerId="ADAL" clId="{C6044D90-BE6D-4CF8-8D2D-8748878854F2}" dt="2025-03-08T09:23:08.938" v="15" actId="6549"/>
        <pc:sldMasterMkLst>
          <pc:docMk/>
          <pc:sldMasterMk cId="253246000" sldId="2147483648"/>
        </pc:sldMasterMkLst>
        <pc:sldLayoutChg chg="modSp">
          <pc:chgData name="Hyuk Lee" userId="e6ccb83e-a916-4eb9-ae3d-b7939bfb8310" providerId="ADAL" clId="{C6044D90-BE6D-4CF8-8D2D-8748878854F2}" dt="2025-03-08T09:23:08.938" v="15" actId="6549"/>
          <pc:sldLayoutMkLst>
            <pc:docMk/>
            <pc:sldMasterMk cId="253246000" sldId="2147483648"/>
            <pc:sldLayoutMk cId="1504723198" sldId="2147483650"/>
          </pc:sldLayoutMkLst>
          <pc:spChg chg="mod">
            <ac:chgData name="Hyuk Lee" userId="e6ccb83e-a916-4eb9-ae3d-b7939bfb8310" providerId="ADAL" clId="{C6044D90-BE6D-4CF8-8D2D-8748878854F2}" dt="2025-03-08T09:23:08.938" v="15" actId="6549"/>
            <ac:spMkLst>
              <pc:docMk/>
              <pc:sldMasterMk cId="253246000" sldId="2147483648"/>
              <pc:sldLayoutMk cId="1504723198" sldId="2147483650"/>
              <ac:spMk id="8" creationId="{B88BFB12-1CCD-7997-E8FB-F3BB983DFEC1}"/>
            </ac:spMkLst>
          </pc:spChg>
        </pc:sldLayoutChg>
      </pc:sldMasterChg>
    </pc:docChg>
  </pc:docChgLst>
  <pc:docChgLst>
    <pc:chgData name="LeeHyuk" userId="e6ccb83e-a916-4eb9-ae3d-b7939bfb8310" providerId="ADAL" clId="{3B4D60EA-2BBA-46DF-90BC-28A4EB4E6F11}"/>
    <pc:docChg chg="undo custSel addSld delSld modSld sldOrd modMainMaster">
      <pc:chgData name="LeeHyuk" userId="e6ccb83e-a916-4eb9-ae3d-b7939bfb8310" providerId="ADAL" clId="{3B4D60EA-2BBA-46DF-90BC-28A4EB4E6F11}" dt="2026-04-29T06:57:57.874" v="764" actId="122"/>
      <pc:docMkLst>
        <pc:docMk/>
      </pc:docMkLst>
      <pc:sldChg chg="modSp mod">
        <pc:chgData name="LeeHyuk" userId="e6ccb83e-a916-4eb9-ae3d-b7939bfb8310" providerId="ADAL" clId="{3B4D60EA-2BBA-46DF-90BC-28A4EB4E6F11}" dt="2026-04-29T05:56:13.103" v="1" actId="20577"/>
        <pc:sldMkLst>
          <pc:docMk/>
          <pc:sldMk cId="1162028208" sldId="256"/>
        </pc:sldMkLst>
        <pc:spChg chg="mod">
          <ac:chgData name="LeeHyuk" userId="e6ccb83e-a916-4eb9-ae3d-b7939bfb8310" providerId="ADAL" clId="{3B4D60EA-2BBA-46DF-90BC-28A4EB4E6F11}" dt="2026-04-29T05:56:13.103" v="1" actId="20577"/>
          <ac:spMkLst>
            <pc:docMk/>
            <pc:sldMk cId="1162028208" sldId="256"/>
            <ac:spMk id="4" creationId="{00A875EF-925C-0ED8-7D9B-D7043555AFC5}"/>
          </ac:spMkLst>
        </pc:spChg>
      </pc:sldChg>
      <pc:sldChg chg="del">
        <pc:chgData name="LeeHyuk" userId="e6ccb83e-a916-4eb9-ae3d-b7939bfb8310" providerId="ADAL" clId="{3B4D60EA-2BBA-46DF-90BC-28A4EB4E6F11}" dt="2026-04-29T06:41:48.281" v="527" actId="47"/>
        <pc:sldMkLst>
          <pc:docMk/>
          <pc:sldMk cId="1151641421" sldId="306"/>
        </pc:sldMkLst>
      </pc:sldChg>
      <pc:sldChg chg="addSp delSp modSp mod">
        <pc:chgData name="LeeHyuk" userId="e6ccb83e-a916-4eb9-ae3d-b7939bfb8310" providerId="ADAL" clId="{3B4D60EA-2BBA-46DF-90BC-28A4EB4E6F11}" dt="2026-04-29T06:41:45.366" v="526"/>
        <pc:sldMkLst>
          <pc:docMk/>
          <pc:sldMk cId="2688382372" sldId="308"/>
        </pc:sldMkLst>
        <pc:spChg chg="mod">
          <ac:chgData name="LeeHyuk" userId="e6ccb83e-a916-4eb9-ae3d-b7939bfb8310" providerId="ADAL" clId="{3B4D60EA-2BBA-46DF-90BC-28A4EB4E6F11}" dt="2026-04-29T06:41:45.366" v="526"/>
          <ac:spMkLst>
            <pc:docMk/>
            <pc:sldMk cId="2688382372" sldId="308"/>
            <ac:spMk id="2" creationId="{F9634908-2A2E-C8E1-7E2F-CF1749894DE0}"/>
          </ac:spMkLst>
        </pc:spChg>
        <pc:spChg chg="del mod">
          <ac:chgData name="LeeHyuk" userId="e6ccb83e-a916-4eb9-ae3d-b7939bfb8310" providerId="ADAL" clId="{3B4D60EA-2BBA-46DF-90BC-28A4EB4E6F11}" dt="2026-04-29T06:39:01.451" v="507" actId="478"/>
          <ac:spMkLst>
            <pc:docMk/>
            <pc:sldMk cId="2688382372" sldId="308"/>
            <ac:spMk id="3" creationId="{1AB18CA1-989A-0EDA-8A63-4EC532C138E6}"/>
          </ac:spMkLst>
        </pc:spChg>
        <pc:spChg chg="add del mod">
          <ac:chgData name="LeeHyuk" userId="e6ccb83e-a916-4eb9-ae3d-b7939bfb8310" providerId="ADAL" clId="{3B4D60EA-2BBA-46DF-90BC-28A4EB4E6F11}" dt="2026-04-29T06:22:57.065" v="209" actId="478"/>
          <ac:spMkLst>
            <pc:docMk/>
            <pc:sldMk cId="2688382372" sldId="308"/>
            <ac:spMk id="4" creationId="{96771BE6-B96F-4522-933C-9E7B18A7CE93}"/>
          </ac:spMkLst>
        </pc:spChg>
        <pc:spChg chg="add mod">
          <ac:chgData name="LeeHyuk" userId="e6ccb83e-a916-4eb9-ae3d-b7939bfb8310" providerId="ADAL" clId="{3B4D60EA-2BBA-46DF-90BC-28A4EB4E6F11}" dt="2026-04-29T06:31:39.600" v="498" actId="554"/>
          <ac:spMkLst>
            <pc:docMk/>
            <pc:sldMk cId="2688382372" sldId="308"/>
            <ac:spMk id="5" creationId="{EC85B2A3-BC2F-4864-A0F4-13BB3E40047B}"/>
          </ac:spMkLst>
        </pc:spChg>
        <pc:spChg chg="add mod">
          <ac:chgData name="LeeHyuk" userId="e6ccb83e-a916-4eb9-ae3d-b7939bfb8310" providerId="ADAL" clId="{3B4D60EA-2BBA-46DF-90BC-28A4EB4E6F11}" dt="2026-04-29T06:32:00.494" v="505" actId="554"/>
          <ac:spMkLst>
            <pc:docMk/>
            <pc:sldMk cId="2688382372" sldId="308"/>
            <ac:spMk id="6" creationId="{26C0C3A8-0DEF-4845-AF93-8FCE7F9D4545}"/>
          </ac:spMkLst>
        </pc:spChg>
        <pc:spChg chg="add del mod">
          <ac:chgData name="LeeHyuk" userId="e6ccb83e-a916-4eb9-ae3d-b7939bfb8310" providerId="ADAL" clId="{3B4D60EA-2BBA-46DF-90BC-28A4EB4E6F11}" dt="2026-04-29T06:25:27.301" v="306" actId="478"/>
          <ac:spMkLst>
            <pc:docMk/>
            <pc:sldMk cId="2688382372" sldId="308"/>
            <ac:spMk id="7" creationId="{8A8CB2D7-C993-4756-87F6-5CF294FEF3FB}"/>
          </ac:spMkLst>
        </pc:spChg>
        <pc:spChg chg="add mod">
          <ac:chgData name="LeeHyuk" userId="e6ccb83e-a916-4eb9-ae3d-b7939bfb8310" providerId="ADAL" clId="{3B4D60EA-2BBA-46DF-90BC-28A4EB4E6F11}" dt="2026-04-29T06:32:00.494" v="505" actId="554"/>
          <ac:spMkLst>
            <pc:docMk/>
            <pc:sldMk cId="2688382372" sldId="308"/>
            <ac:spMk id="8" creationId="{1A3E7593-B7A3-4D9D-91B0-BDFF93CDDCDA}"/>
          </ac:spMkLst>
        </pc:spChg>
        <pc:spChg chg="add del mod">
          <ac:chgData name="LeeHyuk" userId="e6ccb83e-a916-4eb9-ae3d-b7939bfb8310" providerId="ADAL" clId="{3B4D60EA-2BBA-46DF-90BC-28A4EB4E6F11}" dt="2026-04-29T06:25:50.032" v="324" actId="478"/>
          <ac:spMkLst>
            <pc:docMk/>
            <pc:sldMk cId="2688382372" sldId="308"/>
            <ac:spMk id="9" creationId="{1A7CEBF4-3B3D-4388-B689-61092C71C358}"/>
          </ac:spMkLst>
        </pc:spChg>
        <pc:spChg chg="add mod">
          <ac:chgData name="LeeHyuk" userId="e6ccb83e-a916-4eb9-ae3d-b7939bfb8310" providerId="ADAL" clId="{3B4D60EA-2BBA-46DF-90BC-28A4EB4E6F11}" dt="2026-04-29T06:31:42.604" v="499" actId="1076"/>
          <ac:spMkLst>
            <pc:docMk/>
            <pc:sldMk cId="2688382372" sldId="308"/>
            <ac:spMk id="10" creationId="{2946A02D-F161-4492-AA1F-1ACD23C82824}"/>
          </ac:spMkLst>
        </pc:spChg>
        <pc:spChg chg="add mod">
          <ac:chgData name="LeeHyuk" userId="e6ccb83e-a916-4eb9-ae3d-b7939bfb8310" providerId="ADAL" clId="{3B4D60EA-2BBA-46DF-90BC-28A4EB4E6F11}" dt="2026-04-29T06:32:03.069" v="506" actId="1076"/>
          <ac:spMkLst>
            <pc:docMk/>
            <pc:sldMk cId="2688382372" sldId="308"/>
            <ac:spMk id="11" creationId="{DE4C7C3E-700C-4D18-B0D5-F5C18FAED29B}"/>
          </ac:spMkLst>
        </pc:spChg>
        <pc:cxnChg chg="add mod">
          <ac:chgData name="LeeHyuk" userId="e6ccb83e-a916-4eb9-ae3d-b7939bfb8310" providerId="ADAL" clId="{3B4D60EA-2BBA-46DF-90BC-28A4EB4E6F11}" dt="2026-04-29T06:39:30.592" v="510" actId="1582"/>
          <ac:cxnSpMkLst>
            <pc:docMk/>
            <pc:sldMk cId="2688382372" sldId="308"/>
            <ac:cxnSpMk id="13" creationId="{B18D515E-3BD6-4D31-A910-597C573D0815}"/>
          </ac:cxnSpMkLst>
        </pc:cxnChg>
      </pc:sldChg>
      <pc:sldChg chg="del">
        <pc:chgData name="LeeHyuk" userId="e6ccb83e-a916-4eb9-ae3d-b7939bfb8310" providerId="ADAL" clId="{3B4D60EA-2BBA-46DF-90BC-28A4EB4E6F11}" dt="2026-04-29T06:41:48.281" v="527" actId="47"/>
        <pc:sldMkLst>
          <pc:docMk/>
          <pc:sldMk cId="3380950337" sldId="309"/>
        </pc:sldMkLst>
      </pc:sldChg>
      <pc:sldChg chg="del">
        <pc:chgData name="LeeHyuk" userId="e6ccb83e-a916-4eb9-ae3d-b7939bfb8310" providerId="ADAL" clId="{3B4D60EA-2BBA-46DF-90BC-28A4EB4E6F11}" dt="2026-04-29T06:41:48.281" v="527" actId="47"/>
        <pc:sldMkLst>
          <pc:docMk/>
          <pc:sldMk cId="1071501834" sldId="310"/>
        </pc:sldMkLst>
      </pc:sldChg>
      <pc:sldChg chg="delSp modSp mod ord">
        <pc:chgData name="LeeHyuk" userId="e6ccb83e-a916-4eb9-ae3d-b7939bfb8310" providerId="ADAL" clId="{3B4D60EA-2BBA-46DF-90BC-28A4EB4E6F11}" dt="2026-04-29T06:44:54.080" v="596" actId="20577"/>
        <pc:sldMkLst>
          <pc:docMk/>
          <pc:sldMk cId="1685933865" sldId="311"/>
        </pc:sldMkLst>
        <pc:spChg chg="mod">
          <ac:chgData name="LeeHyuk" userId="e6ccb83e-a916-4eb9-ae3d-b7939bfb8310" providerId="ADAL" clId="{3B4D60EA-2BBA-46DF-90BC-28A4EB4E6F11}" dt="2026-04-29T06:41:18.370" v="523" actId="27636"/>
          <ac:spMkLst>
            <pc:docMk/>
            <pc:sldMk cId="1685933865" sldId="311"/>
            <ac:spMk id="2" creationId="{F9634908-2A2E-C8E1-7E2F-CF1749894DE0}"/>
          </ac:spMkLst>
        </pc:spChg>
        <pc:spChg chg="mod">
          <ac:chgData name="LeeHyuk" userId="e6ccb83e-a916-4eb9-ae3d-b7939bfb8310" providerId="ADAL" clId="{3B4D60EA-2BBA-46DF-90BC-28A4EB4E6F11}" dt="2026-04-29T06:44:54.080" v="596" actId="20577"/>
          <ac:spMkLst>
            <pc:docMk/>
            <pc:sldMk cId="1685933865" sldId="311"/>
            <ac:spMk id="3" creationId="{1AB18CA1-989A-0EDA-8A63-4EC532C138E6}"/>
          </ac:spMkLst>
        </pc:spChg>
        <pc:spChg chg="del">
          <ac:chgData name="LeeHyuk" userId="e6ccb83e-a916-4eb9-ae3d-b7939bfb8310" providerId="ADAL" clId="{3B4D60EA-2BBA-46DF-90BC-28A4EB4E6F11}" dt="2026-04-29T06:20:29.724" v="204" actId="478"/>
          <ac:spMkLst>
            <pc:docMk/>
            <pc:sldMk cId="1685933865" sldId="311"/>
            <ac:spMk id="4" creationId="{5E8E7B37-99D7-4FFF-AE6A-7565DC2E1A2A}"/>
          </ac:spMkLst>
        </pc:spChg>
        <pc:spChg chg="del">
          <ac:chgData name="LeeHyuk" userId="e6ccb83e-a916-4eb9-ae3d-b7939bfb8310" providerId="ADAL" clId="{3B4D60EA-2BBA-46DF-90BC-28A4EB4E6F11}" dt="2026-04-29T06:20:26.594" v="203" actId="478"/>
          <ac:spMkLst>
            <pc:docMk/>
            <pc:sldMk cId="1685933865" sldId="311"/>
            <ac:spMk id="5" creationId="{DA6C6AE6-4829-48E4-A240-F2B4D04DF249}"/>
          </ac:spMkLst>
        </pc:spChg>
        <pc:spChg chg="del">
          <ac:chgData name="LeeHyuk" userId="e6ccb83e-a916-4eb9-ae3d-b7939bfb8310" providerId="ADAL" clId="{3B4D60EA-2BBA-46DF-90BC-28A4EB4E6F11}" dt="2026-04-29T06:20:26.594" v="203" actId="478"/>
          <ac:spMkLst>
            <pc:docMk/>
            <pc:sldMk cId="1685933865" sldId="311"/>
            <ac:spMk id="6" creationId="{ECFA58C3-8335-9484-77E4-07EFBB8BC4E1}"/>
          </ac:spMkLst>
        </pc:spChg>
        <pc:spChg chg="del">
          <ac:chgData name="LeeHyuk" userId="e6ccb83e-a916-4eb9-ae3d-b7939bfb8310" providerId="ADAL" clId="{3B4D60EA-2BBA-46DF-90BC-28A4EB4E6F11}" dt="2026-04-29T06:20:26.594" v="203" actId="478"/>
          <ac:spMkLst>
            <pc:docMk/>
            <pc:sldMk cId="1685933865" sldId="311"/>
            <ac:spMk id="7" creationId="{662B7D9F-9432-46E8-9101-35AB700C2BCA}"/>
          </ac:spMkLst>
        </pc:spChg>
        <pc:spChg chg="del">
          <ac:chgData name="LeeHyuk" userId="e6ccb83e-a916-4eb9-ae3d-b7939bfb8310" providerId="ADAL" clId="{3B4D60EA-2BBA-46DF-90BC-28A4EB4E6F11}" dt="2026-04-29T06:20:26.594" v="203" actId="478"/>
          <ac:spMkLst>
            <pc:docMk/>
            <pc:sldMk cId="1685933865" sldId="311"/>
            <ac:spMk id="8" creationId="{F3C82640-3EB6-4608-BF67-EF53D792460C}"/>
          </ac:spMkLst>
        </pc:spChg>
      </pc:sldChg>
      <pc:sldChg chg="delSp modSp add mod">
        <pc:chgData name="LeeHyuk" userId="e6ccb83e-a916-4eb9-ae3d-b7939bfb8310" providerId="ADAL" clId="{3B4D60EA-2BBA-46DF-90BC-28A4EB4E6F11}" dt="2026-04-29T06:18:31.213" v="182" actId="20577"/>
        <pc:sldMkLst>
          <pc:docMk/>
          <pc:sldMk cId="96812593" sldId="312"/>
        </pc:sldMkLst>
        <pc:spChg chg="mod">
          <ac:chgData name="LeeHyuk" userId="e6ccb83e-a916-4eb9-ae3d-b7939bfb8310" providerId="ADAL" clId="{3B4D60EA-2BBA-46DF-90BC-28A4EB4E6F11}" dt="2026-04-29T06:18:31.213" v="182" actId="20577"/>
          <ac:spMkLst>
            <pc:docMk/>
            <pc:sldMk cId="96812593" sldId="312"/>
            <ac:spMk id="3" creationId="{1AB18CA1-989A-0EDA-8A63-4EC532C138E6}"/>
          </ac:spMkLst>
        </pc:spChg>
        <pc:spChg chg="del">
          <ac:chgData name="LeeHyuk" userId="e6ccb83e-a916-4eb9-ae3d-b7939bfb8310" providerId="ADAL" clId="{3B4D60EA-2BBA-46DF-90BC-28A4EB4E6F11}" dt="2026-04-29T05:56:45.882" v="9" actId="478"/>
          <ac:spMkLst>
            <pc:docMk/>
            <pc:sldMk cId="96812593" sldId="312"/>
            <ac:spMk id="4" creationId="{5E8E7B37-99D7-4FFF-AE6A-7565DC2E1A2A}"/>
          </ac:spMkLst>
        </pc:spChg>
        <pc:spChg chg="del">
          <ac:chgData name="LeeHyuk" userId="e6ccb83e-a916-4eb9-ae3d-b7939bfb8310" providerId="ADAL" clId="{3B4D60EA-2BBA-46DF-90BC-28A4EB4E6F11}" dt="2026-04-29T05:56:43.440" v="8" actId="478"/>
          <ac:spMkLst>
            <pc:docMk/>
            <pc:sldMk cId="96812593" sldId="312"/>
            <ac:spMk id="5" creationId="{DA6C6AE6-4829-48E4-A240-F2B4D04DF249}"/>
          </ac:spMkLst>
        </pc:spChg>
        <pc:spChg chg="del">
          <ac:chgData name="LeeHyuk" userId="e6ccb83e-a916-4eb9-ae3d-b7939bfb8310" providerId="ADAL" clId="{3B4D60EA-2BBA-46DF-90BC-28A4EB4E6F11}" dt="2026-04-29T05:56:43.440" v="8" actId="478"/>
          <ac:spMkLst>
            <pc:docMk/>
            <pc:sldMk cId="96812593" sldId="312"/>
            <ac:spMk id="6" creationId="{ECFA58C3-8335-9484-77E4-07EFBB8BC4E1}"/>
          </ac:spMkLst>
        </pc:spChg>
        <pc:spChg chg="del">
          <ac:chgData name="LeeHyuk" userId="e6ccb83e-a916-4eb9-ae3d-b7939bfb8310" providerId="ADAL" clId="{3B4D60EA-2BBA-46DF-90BC-28A4EB4E6F11}" dt="2026-04-29T05:56:43.440" v="8" actId="478"/>
          <ac:spMkLst>
            <pc:docMk/>
            <pc:sldMk cId="96812593" sldId="312"/>
            <ac:spMk id="7" creationId="{662B7D9F-9432-46E8-9101-35AB700C2BCA}"/>
          </ac:spMkLst>
        </pc:spChg>
        <pc:spChg chg="del">
          <ac:chgData name="LeeHyuk" userId="e6ccb83e-a916-4eb9-ae3d-b7939bfb8310" providerId="ADAL" clId="{3B4D60EA-2BBA-46DF-90BC-28A4EB4E6F11}" dt="2026-04-29T05:56:43.440" v="8" actId="478"/>
          <ac:spMkLst>
            <pc:docMk/>
            <pc:sldMk cId="96812593" sldId="312"/>
            <ac:spMk id="8" creationId="{F3C82640-3EB6-4608-BF67-EF53D792460C}"/>
          </ac:spMkLst>
        </pc:spChg>
      </pc:sldChg>
      <pc:sldChg chg="addSp delSp modSp new mod">
        <pc:chgData name="LeeHyuk" userId="e6ccb83e-a916-4eb9-ae3d-b7939bfb8310" providerId="ADAL" clId="{3B4D60EA-2BBA-46DF-90BC-28A4EB4E6F11}" dt="2026-04-29T06:19:38.754" v="183" actId="20577"/>
        <pc:sldMkLst>
          <pc:docMk/>
          <pc:sldMk cId="27847544" sldId="313"/>
        </pc:sldMkLst>
        <pc:spChg chg="mod">
          <ac:chgData name="LeeHyuk" userId="e6ccb83e-a916-4eb9-ae3d-b7939bfb8310" providerId="ADAL" clId="{3B4D60EA-2BBA-46DF-90BC-28A4EB4E6F11}" dt="2026-04-29T06:09:15.637" v="84" actId="20577"/>
          <ac:spMkLst>
            <pc:docMk/>
            <pc:sldMk cId="27847544" sldId="313"/>
            <ac:spMk id="2" creationId="{2D3916A6-1493-44F6-AA72-5D9787500BC0}"/>
          </ac:spMkLst>
        </pc:spChg>
        <pc:spChg chg="mod">
          <ac:chgData name="LeeHyuk" userId="e6ccb83e-a916-4eb9-ae3d-b7939bfb8310" providerId="ADAL" clId="{3B4D60EA-2BBA-46DF-90BC-28A4EB4E6F11}" dt="2026-04-29T06:19:38.754" v="183" actId="20577"/>
          <ac:spMkLst>
            <pc:docMk/>
            <pc:sldMk cId="27847544" sldId="313"/>
            <ac:spMk id="3" creationId="{19690F84-CAE6-492F-81BB-544B0083BDD0}"/>
          </ac:spMkLst>
        </pc:spChg>
        <pc:spChg chg="add del">
          <ac:chgData name="LeeHyuk" userId="e6ccb83e-a916-4eb9-ae3d-b7939bfb8310" providerId="ADAL" clId="{3B4D60EA-2BBA-46DF-90BC-28A4EB4E6F11}" dt="2026-04-29T06:09:03.800" v="75"/>
          <ac:spMkLst>
            <pc:docMk/>
            <pc:sldMk cId="27847544" sldId="313"/>
            <ac:spMk id="4" creationId="{8A232EEA-FE92-4F54-8D6C-860D4D4BCC8D}"/>
          </ac:spMkLst>
        </pc:spChg>
        <pc:spChg chg="add mod">
          <ac:chgData name="LeeHyuk" userId="e6ccb83e-a916-4eb9-ae3d-b7939bfb8310" providerId="ADAL" clId="{3B4D60EA-2BBA-46DF-90BC-28A4EB4E6F11}" dt="2026-04-29T06:13:19.954" v="125" actId="20577"/>
          <ac:spMkLst>
            <pc:docMk/>
            <pc:sldMk cId="27847544" sldId="313"/>
            <ac:spMk id="5" creationId="{C5D8FF35-AA66-4AC1-B31E-5B3E97131B48}"/>
          </ac:spMkLst>
        </pc:spChg>
      </pc:sldChg>
      <pc:sldChg chg="addSp delSp modSp add mod">
        <pc:chgData name="LeeHyuk" userId="e6ccb83e-a916-4eb9-ae3d-b7939bfb8310" providerId="ADAL" clId="{3B4D60EA-2BBA-46DF-90BC-28A4EB4E6F11}" dt="2026-04-29T06:19:40.379" v="184" actId="20577"/>
        <pc:sldMkLst>
          <pc:docMk/>
          <pc:sldMk cId="3115357408" sldId="314"/>
        </pc:sldMkLst>
        <pc:spChg chg="mod">
          <ac:chgData name="LeeHyuk" userId="e6ccb83e-a916-4eb9-ae3d-b7939bfb8310" providerId="ADAL" clId="{3B4D60EA-2BBA-46DF-90BC-28A4EB4E6F11}" dt="2026-04-29T06:09:23.029" v="88" actId="20577"/>
          <ac:spMkLst>
            <pc:docMk/>
            <pc:sldMk cId="3115357408" sldId="314"/>
            <ac:spMk id="2" creationId="{2D3916A6-1493-44F6-AA72-5D9787500BC0}"/>
          </ac:spMkLst>
        </pc:spChg>
        <pc:spChg chg="mod">
          <ac:chgData name="LeeHyuk" userId="e6ccb83e-a916-4eb9-ae3d-b7939bfb8310" providerId="ADAL" clId="{3B4D60EA-2BBA-46DF-90BC-28A4EB4E6F11}" dt="2026-04-29T06:19:40.379" v="184" actId="20577"/>
          <ac:spMkLst>
            <pc:docMk/>
            <pc:sldMk cId="3115357408" sldId="314"/>
            <ac:spMk id="3" creationId="{19690F84-CAE6-492F-81BB-544B0083BDD0}"/>
          </ac:spMkLst>
        </pc:spChg>
        <pc:spChg chg="add del mod">
          <ac:chgData name="LeeHyuk" userId="e6ccb83e-a916-4eb9-ae3d-b7939bfb8310" providerId="ADAL" clId="{3B4D60EA-2BBA-46DF-90BC-28A4EB4E6F11}" dt="2026-04-29T06:14:42.491" v="133" actId="478"/>
          <ac:spMkLst>
            <pc:docMk/>
            <pc:sldMk cId="3115357408" sldId="314"/>
            <ac:spMk id="4" creationId="{EFDD5086-A55C-488A-86FD-A577DFA8D391}"/>
          </ac:spMkLst>
        </pc:spChg>
      </pc:sldChg>
      <pc:sldChg chg="modSp add mod">
        <pc:chgData name="LeeHyuk" userId="e6ccb83e-a916-4eb9-ae3d-b7939bfb8310" providerId="ADAL" clId="{3B4D60EA-2BBA-46DF-90BC-28A4EB4E6F11}" dt="2026-04-29T06:19:43.019" v="186" actId="20577"/>
        <pc:sldMkLst>
          <pc:docMk/>
          <pc:sldMk cId="1465316272" sldId="315"/>
        </pc:sldMkLst>
        <pc:spChg chg="mod">
          <ac:chgData name="LeeHyuk" userId="e6ccb83e-a916-4eb9-ae3d-b7939bfb8310" providerId="ADAL" clId="{3B4D60EA-2BBA-46DF-90BC-28A4EB4E6F11}" dt="2026-04-29T06:14:20.007" v="129" actId="20577"/>
          <ac:spMkLst>
            <pc:docMk/>
            <pc:sldMk cId="1465316272" sldId="315"/>
            <ac:spMk id="2" creationId="{2D3916A6-1493-44F6-AA72-5D9787500BC0}"/>
          </ac:spMkLst>
        </pc:spChg>
        <pc:spChg chg="mod">
          <ac:chgData name="LeeHyuk" userId="e6ccb83e-a916-4eb9-ae3d-b7939bfb8310" providerId="ADAL" clId="{3B4D60EA-2BBA-46DF-90BC-28A4EB4E6F11}" dt="2026-04-29T06:19:43.019" v="186" actId="20577"/>
          <ac:spMkLst>
            <pc:docMk/>
            <pc:sldMk cId="1465316272" sldId="315"/>
            <ac:spMk id="3" creationId="{19690F84-CAE6-492F-81BB-544B0083BDD0}"/>
          </ac:spMkLst>
        </pc:spChg>
        <pc:spChg chg="mod">
          <ac:chgData name="LeeHyuk" userId="e6ccb83e-a916-4eb9-ae3d-b7939bfb8310" providerId="ADAL" clId="{3B4D60EA-2BBA-46DF-90BC-28A4EB4E6F11}" dt="2026-04-29T06:14:21.748" v="131" actId="20577"/>
          <ac:spMkLst>
            <pc:docMk/>
            <pc:sldMk cId="1465316272" sldId="315"/>
            <ac:spMk id="4" creationId="{EFDD5086-A55C-488A-86FD-A577DFA8D391}"/>
          </ac:spMkLst>
        </pc:spChg>
      </pc:sldChg>
      <pc:sldChg chg="modSp add mod">
        <pc:chgData name="LeeHyuk" userId="e6ccb83e-a916-4eb9-ae3d-b7939bfb8310" providerId="ADAL" clId="{3B4D60EA-2BBA-46DF-90BC-28A4EB4E6F11}" dt="2026-04-29T06:44:49.752" v="590" actId="20577"/>
        <pc:sldMkLst>
          <pc:docMk/>
          <pc:sldMk cId="4166838900" sldId="316"/>
        </pc:sldMkLst>
        <pc:spChg chg="mod">
          <ac:chgData name="LeeHyuk" userId="e6ccb83e-a916-4eb9-ae3d-b7939bfb8310" providerId="ADAL" clId="{3B4D60EA-2BBA-46DF-90BC-28A4EB4E6F11}" dt="2026-04-29T06:43:46.834" v="576" actId="20577"/>
          <ac:spMkLst>
            <pc:docMk/>
            <pc:sldMk cId="4166838900" sldId="316"/>
            <ac:spMk id="2" creationId="{F9634908-2A2E-C8E1-7E2F-CF1749894DE0}"/>
          </ac:spMkLst>
        </pc:spChg>
        <pc:spChg chg="mod">
          <ac:chgData name="LeeHyuk" userId="e6ccb83e-a916-4eb9-ae3d-b7939bfb8310" providerId="ADAL" clId="{3B4D60EA-2BBA-46DF-90BC-28A4EB4E6F11}" dt="2026-04-29T06:44:49.752" v="590" actId="20577"/>
          <ac:spMkLst>
            <pc:docMk/>
            <pc:sldMk cId="4166838900" sldId="316"/>
            <ac:spMk id="3" creationId="{1AB18CA1-989A-0EDA-8A63-4EC532C138E6}"/>
          </ac:spMkLst>
        </pc:spChg>
      </pc:sldChg>
      <pc:sldChg chg="modSp add mod">
        <pc:chgData name="LeeHyuk" userId="e6ccb83e-a916-4eb9-ae3d-b7939bfb8310" providerId="ADAL" clId="{3B4D60EA-2BBA-46DF-90BC-28A4EB4E6F11}" dt="2026-04-29T06:47:21.101" v="623" actId="27636"/>
        <pc:sldMkLst>
          <pc:docMk/>
          <pc:sldMk cId="1071574856" sldId="317"/>
        </pc:sldMkLst>
        <pc:spChg chg="mod">
          <ac:chgData name="LeeHyuk" userId="e6ccb83e-a916-4eb9-ae3d-b7939bfb8310" providerId="ADAL" clId="{3B4D60EA-2BBA-46DF-90BC-28A4EB4E6F11}" dt="2026-04-29T06:46:19.588" v="600"/>
          <ac:spMkLst>
            <pc:docMk/>
            <pc:sldMk cId="1071574856" sldId="317"/>
            <ac:spMk id="2" creationId="{F9634908-2A2E-C8E1-7E2F-CF1749894DE0}"/>
          </ac:spMkLst>
        </pc:spChg>
        <pc:spChg chg="mod">
          <ac:chgData name="LeeHyuk" userId="e6ccb83e-a916-4eb9-ae3d-b7939bfb8310" providerId="ADAL" clId="{3B4D60EA-2BBA-46DF-90BC-28A4EB4E6F11}" dt="2026-04-29T06:47:21.101" v="623" actId="27636"/>
          <ac:spMkLst>
            <pc:docMk/>
            <pc:sldMk cId="1071574856" sldId="317"/>
            <ac:spMk id="3" creationId="{1AB18CA1-989A-0EDA-8A63-4EC532C138E6}"/>
          </ac:spMkLst>
        </pc:spChg>
      </pc:sldChg>
      <pc:sldChg chg="modSp add mod">
        <pc:chgData name="LeeHyuk" userId="e6ccb83e-a916-4eb9-ae3d-b7939bfb8310" providerId="ADAL" clId="{3B4D60EA-2BBA-46DF-90BC-28A4EB4E6F11}" dt="2026-04-29T06:55:07.968" v="668" actId="20577"/>
        <pc:sldMkLst>
          <pc:docMk/>
          <pc:sldMk cId="671646118" sldId="318"/>
        </pc:sldMkLst>
        <pc:spChg chg="mod">
          <ac:chgData name="LeeHyuk" userId="e6ccb83e-a916-4eb9-ae3d-b7939bfb8310" providerId="ADAL" clId="{3B4D60EA-2BBA-46DF-90BC-28A4EB4E6F11}" dt="2026-04-29T06:55:02.712" v="662" actId="20577"/>
          <ac:spMkLst>
            <pc:docMk/>
            <pc:sldMk cId="671646118" sldId="318"/>
            <ac:spMk id="2" creationId="{F9634908-2A2E-C8E1-7E2F-CF1749894DE0}"/>
          </ac:spMkLst>
        </pc:spChg>
        <pc:spChg chg="mod">
          <ac:chgData name="LeeHyuk" userId="e6ccb83e-a916-4eb9-ae3d-b7939bfb8310" providerId="ADAL" clId="{3B4D60EA-2BBA-46DF-90BC-28A4EB4E6F11}" dt="2026-04-29T06:55:07.968" v="668" actId="20577"/>
          <ac:spMkLst>
            <pc:docMk/>
            <pc:sldMk cId="671646118" sldId="318"/>
            <ac:spMk id="3" creationId="{1AB18CA1-989A-0EDA-8A63-4EC532C138E6}"/>
          </ac:spMkLst>
        </pc:spChg>
      </pc:sldChg>
      <pc:sldChg chg="add del">
        <pc:chgData name="LeeHyuk" userId="e6ccb83e-a916-4eb9-ae3d-b7939bfb8310" providerId="ADAL" clId="{3B4D60EA-2BBA-46DF-90BC-28A4EB4E6F11}" dt="2026-04-29T06:55:50.763" v="671" actId="47"/>
        <pc:sldMkLst>
          <pc:docMk/>
          <pc:sldMk cId="2523634611" sldId="319"/>
        </pc:sldMkLst>
      </pc:sldChg>
      <pc:sldChg chg="addSp delSp modSp new mod">
        <pc:chgData name="LeeHyuk" userId="e6ccb83e-a916-4eb9-ae3d-b7939bfb8310" providerId="ADAL" clId="{3B4D60EA-2BBA-46DF-90BC-28A4EB4E6F11}" dt="2026-04-29T06:57:52.146" v="762" actId="122"/>
        <pc:sldMkLst>
          <pc:docMk/>
          <pc:sldMk cId="827324722" sldId="320"/>
        </pc:sldMkLst>
        <pc:spChg chg="mod">
          <ac:chgData name="LeeHyuk" userId="e6ccb83e-a916-4eb9-ae3d-b7939bfb8310" providerId="ADAL" clId="{3B4D60EA-2BBA-46DF-90BC-28A4EB4E6F11}" dt="2026-04-29T06:56:01.828" v="700" actId="20577"/>
          <ac:spMkLst>
            <pc:docMk/>
            <pc:sldMk cId="827324722" sldId="320"/>
            <ac:spMk id="2" creationId="{3A221BA7-D997-4186-9110-A53F8FB1F3AA}"/>
          </ac:spMkLst>
        </pc:spChg>
        <pc:spChg chg="del">
          <ac:chgData name="LeeHyuk" userId="e6ccb83e-a916-4eb9-ae3d-b7939bfb8310" providerId="ADAL" clId="{3B4D60EA-2BBA-46DF-90BC-28A4EB4E6F11}" dt="2026-04-29T06:56:52.646" v="702" actId="3680"/>
          <ac:spMkLst>
            <pc:docMk/>
            <pc:sldMk cId="827324722" sldId="320"/>
            <ac:spMk id="3" creationId="{E852621D-7747-4C16-9705-B7752CB28B86}"/>
          </ac:spMkLst>
        </pc:spChg>
        <pc:graphicFrameChg chg="add mod ord modGraphic">
          <ac:chgData name="LeeHyuk" userId="e6ccb83e-a916-4eb9-ae3d-b7939bfb8310" providerId="ADAL" clId="{3B4D60EA-2BBA-46DF-90BC-28A4EB4E6F11}" dt="2026-04-29T06:57:52.146" v="762" actId="122"/>
          <ac:graphicFrameMkLst>
            <pc:docMk/>
            <pc:sldMk cId="827324722" sldId="320"/>
            <ac:graphicFrameMk id="4" creationId="{CB945700-A043-4824-BCCC-9C62F3833294}"/>
          </ac:graphicFrameMkLst>
        </pc:graphicFrameChg>
      </pc:sldChg>
      <pc:sldChg chg="add">
        <pc:chgData name="LeeHyuk" userId="e6ccb83e-a916-4eb9-ae3d-b7939bfb8310" providerId="ADAL" clId="{3B4D60EA-2BBA-46DF-90BC-28A4EB4E6F11}" dt="2026-04-29T06:56:40.533" v="701" actId="2890"/>
        <pc:sldMkLst>
          <pc:docMk/>
          <pc:sldMk cId="4040225857" sldId="321"/>
        </pc:sldMkLst>
      </pc:sldChg>
      <pc:sldChg chg="modSp add mod">
        <pc:chgData name="LeeHyuk" userId="e6ccb83e-a916-4eb9-ae3d-b7939bfb8310" providerId="ADAL" clId="{3B4D60EA-2BBA-46DF-90BC-28A4EB4E6F11}" dt="2026-04-29T06:57:57.874" v="764" actId="122"/>
        <pc:sldMkLst>
          <pc:docMk/>
          <pc:sldMk cId="1586997983" sldId="322"/>
        </pc:sldMkLst>
        <pc:graphicFrameChg chg="modGraphic">
          <ac:chgData name="LeeHyuk" userId="e6ccb83e-a916-4eb9-ae3d-b7939bfb8310" providerId="ADAL" clId="{3B4D60EA-2BBA-46DF-90BC-28A4EB4E6F11}" dt="2026-04-29T06:57:57.874" v="764" actId="122"/>
          <ac:graphicFrameMkLst>
            <pc:docMk/>
            <pc:sldMk cId="1586997983" sldId="322"/>
            <ac:graphicFrameMk id="4" creationId="{CB945700-A043-4824-BCCC-9C62F3833294}"/>
          </ac:graphicFrameMkLst>
        </pc:graphicFrameChg>
      </pc:sldChg>
      <pc:sldMasterChg chg="modSldLayout">
        <pc:chgData name="LeeHyuk" userId="e6ccb83e-a916-4eb9-ae3d-b7939bfb8310" providerId="ADAL" clId="{3B4D60EA-2BBA-46DF-90BC-28A4EB4E6F11}" dt="2026-04-29T05:56:23.543" v="5" actId="6549"/>
        <pc:sldMasterMkLst>
          <pc:docMk/>
          <pc:sldMasterMk cId="253246000" sldId="2147483648"/>
        </pc:sldMasterMkLst>
        <pc:sldLayoutChg chg="modSp mod">
          <pc:chgData name="LeeHyuk" userId="e6ccb83e-a916-4eb9-ae3d-b7939bfb8310" providerId="ADAL" clId="{3B4D60EA-2BBA-46DF-90BC-28A4EB4E6F11}" dt="2026-04-29T05:56:23.543" v="5" actId="6549"/>
          <pc:sldLayoutMkLst>
            <pc:docMk/>
            <pc:sldMasterMk cId="253246000" sldId="2147483648"/>
            <pc:sldLayoutMk cId="1504723198" sldId="2147483650"/>
          </pc:sldLayoutMkLst>
          <pc:spChg chg="mod">
            <ac:chgData name="LeeHyuk" userId="e6ccb83e-a916-4eb9-ae3d-b7939bfb8310" providerId="ADAL" clId="{3B4D60EA-2BBA-46DF-90BC-28A4EB4E6F11}" dt="2026-04-29T05:56:23.543" v="5" actId="6549"/>
            <ac:spMkLst>
              <pc:docMk/>
              <pc:sldMasterMk cId="253246000" sldId="2147483648"/>
              <pc:sldLayoutMk cId="1504723198" sldId="2147483650"/>
              <ac:spMk id="8" creationId="{B88BFB12-1CCD-7997-E8FB-F3BB983DFEC1}"/>
            </ac:spMkLst>
          </pc:spChg>
        </pc:sldLayoutChg>
      </pc:sldMasterChg>
    </pc:docChg>
  </pc:docChgLst>
  <pc:docChgLst>
    <pc:chgData name="LeeHyuk" userId="e6ccb83e-a916-4eb9-ae3d-b7939bfb8310" providerId="ADAL" clId="{226654F0-5E39-48FF-B0DD-CE29DEA3BA10}"/>
    <pc:docChg chg="modSld">
      <pc:chgData name="LeeHyuk" userId="e6ccb83e-a916-4eb9-ae3d-b7939bfb8310" providerId="ADAL" clId="{226654F0-5E39-48FF-B0DD-CE29DEA3BA10}" dt="2025-04-28T15:21:05.372" v="8" actId="2711"/>
      <pc:docMkLst>
        <pc:docMk/>
      </pc:docMkLst>
      <pc:sldChg chg="addSp modSp mod">
        <pc:chgData name="LeeHyuk" userId="e6ccb83e-a916-4eb9-ae3d-b7939bfb8310" providerId="ADAL" clId="{226654F0-5E39-48FF-B0DD-CE29DEA3BA10}" dt="2025-04-28T15:21:05.372" v="8" actId="2711"/>
        <pc:sldMkLst>
          <pc:docMk/>
          <pc:sldMk cId="1685933865" sldId="311"/>
        </pc:sldMkLst>
        <pc:spChg chg="add mod">
          <ac:chgData name="LeeHyuk" userId="e6ccb83e-a916-4eb9-ae3d-b7939bfb8310" providerId="ADAL" clId="{226654F0-5E39-48FF-B0DD-CE29DEA3BA10}" dt="2025-04-28T15:21:05.372" v="8" actId="2711"/>
          <ac:spMkLst>
            <pc:docMk/>
            <pc:sldMk cId="1685933865" sldId="311"/>
            <ac:spMk id="6" creationId="{ECFA58C3-8335-9484-77E4-07EFBB8BC4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3D7E8-78B8-4367-8A39-3BC19B46464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69AA5-8F95-4D56-87D7-FC3070236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02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69AA5-8F95-4D56-87D7-FC30702363E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47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69AA5-8F95-4D56-87D7-FC30702363E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277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69AA5-8F95-4D56-87D7-FC30702363E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18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69AA5-8F95-4D56-87D7-FC30702363E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48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69AA5-8F95-4D56-87D7-FC30702363E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419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69AA5-8F95-4D56-87D7-FC30702363E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508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9D320-AD44-A5FF-F4CD-9BD7ACB1F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6F11AD-8BA0-E948-D369-B37D0E248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95C4C-81CF-857B-201A-46862BFB7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0F33E-6290-2397-A562-196E6A99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DEDB5-B1EB-9951-E497-230F1DA3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8487CA-43A1-3646-5A92-5897BC08349A}"/>
              </a:ext>
            </a:extLst>
          </p:cNvPr>
          <p:cNvSpPr/>
          <p:nvPr userDrawn="1"/>
        </p:nvSpPr>
        <p:spPr>
          <a:xfrm>
            <a:off x="266002" y="260960"/>
            <a:ext cx="11659996" cy="6344468"/>
          </a:xfrm>
          <a:prstGeom prst="rect">
            <a:avLst/>
          </a:prstGeom>
          <a:noFill/>
          <a:ln w="38100">
            <a:solidFill>
              <a:srgbClr val="1B51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518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61815-8C50-3D8A-F0A3-59D26730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96" y="365126"/>
            <a:ext cx="11346809" cy="667328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1B51A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93B08B-ACF0-D5E4-B376-116871BA3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96" y="1325461"/>
            <a:ext cx="11346809" cy="503088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B3CE7A-F09E-7BB8-1B09-0072733D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127F15-0022-44EC-DCCD-CC748903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2FA7C3-1EDC-C875-EF1C-C4FDAE0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CA2F41-22CF-B576-BB26-95BFE6EFF12E}"/>
              </a:ext>
            </a:extLst>
          </p:cNvPr>
          <p:cNvSpPr/>
          <p:nvPr userDrawn="1"/>
        </p:nvSpPr>
        <p:spPr>
          <a:xfrm>
            <a:off x="422595" y="1162182"/>
            <a:ext cx="11354849" cy="45719"/>
          </a:xfrm>
          <a:prstGeom prst="rect">
            <a:avLst/>
          </a:prstGeom>
          <a:gradFill flip="none" rotWithShape="1">
            <a:gsLst>
              <a:gs pos="65000">
                <a:srgbClr val="C0CFE7"/>
              </a:gs>
              <a:gs pos="39000">
                <a:srgbClr val="89A5D1"/>
              </a:gs>
              <a:gs pos="89000">
                <a:schemeClr val="accent1">
                  <a:lumMod val="5000"/>
                  <a:lumOff val="95000"/>
                </a:schemeClr>
              </a:gs>
              <a:gs pos="15000">
                <a:srgbClr val="1B51A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BFB12-1CCD-7997-E8FB-F3BB983DFEC1}"/>
              </a:ext>
            </a:extLst>
          </p:cNvPr>
          <p:cNvSpPr txBox="1"/>
          <p:nvPr userDrawn="1"/>
        </p:nvSpPr>
        <p:spPr>
          <a:xfrm rot="16200000">
            <a:off x="-872189" y="3290500"/>
            <a:ext cx="2021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26SS Software Engineering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HY헤드라인M" panose="02030600000101010101" pitchFamily="18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72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DE3F2-1A07-E6D6-CFFC-0A5A0BD6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50969"/>
            <a:ext cx="10515600" cy="758956"/>
          </a:xfrm>
        </p:spPr>
        <p:txBody>
          <a:bodyPr anchor="ctr">
            <a:normAutofit/>
          </a:bodyPr>
          <a:lstStyle>
            <a:lvl1pPr algn="l">
              <a:defRPr sz="4000" b="1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6211D6-7FD6-1414-95C3-16B346114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337088"/>
            <a:ext cx="10515600" cy="772999"/>
          </a:xfr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tx1">
                    <a:tint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06017-A28D-5BCF-2795-6E5B1DC0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56D7BD-2CE0-ED4B-ACD8-4E61DA7D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604A50-1C0F-B935-D257-6FBC834B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CD7039-B5D5-A08B-E88E-91B810FC027A}"/>
              </a:ext>
            </a:extLst>
          </p:cNvPr>
          <p:cNvSpPr/>
          <p:nvPr userDrawn="1"/>
        </p:nvSpPr>
        <p:spPr>
          <a:xfrm>
            <a:off x="831850" y="3209925"/>
            <a:ext cx="10528300" cy="36000"/>
          </a:xfrm>
          <a:prstGeom prst="rect">
            <a:avLst/>
          </a:prstGeom>
          <a:gradFill flip="none" rotWithShape="1">
            <a:gsLst>
              <a:gs pos="50000">
                <a:srgbClr val="C0CFE7"/>
              </a:gs>
              <a:gs pos="89000">
                <a:srgbClr val="1B51A6"/>
              </a:gs>
              <a:gs pos="15000">
                <a:srgbClr val="1B51A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037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BAE2A-CDBE-CCF4-E6FD-8DD44D71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F0EB6A-17B1-CF86-C03B-C10B8EA61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7F47FB-AF6E-E271-4FEC-59E3CA625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A0D87E-85C6-8670-65CF-94D0B424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DA1811-BA4C-BEA4-2378-57C9C7375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B06CA9-B5AC-4724-1CE6-C9DB139C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12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4A6A84-3D43-5DE0-4D77-B3C53B28A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3D2448-B9CE-E879-3102-27BFD5A26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5C739D-FB1E-35D0-D2F9-A2A9B5FD4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15FA9F-D5CA-1F23-549A-D428467D2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1DA952-ADCB-F858-A315-40532D178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EF4205-D9F3-7326-A580-0DCACD77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CAC0D6-24AE-4617-0C73-10E46F8D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C2057E-8262-64BA-FF2E-5AC6E388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50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1817C-2C61-B028-E55E-7409A3771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2E3154-3DC4-7ABC-B947-78523709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D4F025-4C02-BE6E-A849-B8C39A990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373DB8-CD4D-F158-DAF8-B66E5C4C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09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882AB0-D19E-FCF6-0EEF-294F306C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E06590-08FA-96C4-D293-30E775BE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B67B20-72C4-11B0-3E13-40F94D7B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7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19DC7-B48D-C9D8-08FA-218F8D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C06510-5E58-2F88-8E17-0C3E076FB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7E0F8D-7FD0-CECD-B2C1-774520883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63BA5D-072D-6418-D4A0-C66C9FCD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24F5A0-92FE-75A1-47CE-E6EDBAE2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D7507C-E1FA-4936-F395-D01B7856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4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03E0C-8F0C-0934-D1B2-3EFCF7CDE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CAE762-F388-604F-96AA-A10D5B75F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4DB3F-E52F-6271-F87D-6E2545E2D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46BDF-57E2-03FE-9EDD-71D251F8B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E1AA06-505B-F2D6-6465-8031ECB98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026648-22E4-2486-AAB7-A2F1A73D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08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33F1A-B5B4-00B3-2C26-626A272F4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31F6A8-65BC-4217-0224-EDBBB46A0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1802F8-0AB4-C14F-D5E9-304A4FD9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BF48BD-7AB6-ABAD-6757-E9DDA97FF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BAC185-3608-F581-EF2E-3BA1B0CE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05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D548F1-FE19-0A46-502E-818B1E610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DD3EB3-4D0D-00D3-7F98-377B629E3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FA95A-5C39-C1E9-0FBF-9B2BFC52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80B71-B7FE-C0BD-8525-004E75742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3899C-EC2F-837D-7998-3A49E252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887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27" y="1094874"/>
            <a:ext cx="11179341" cy="5255792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6DF0C4D-41D3-9D56-6CBF-AF4924E76E95}"/>
              </a:ext>
            </a:extLst>
          </p:cNvPr>
          <p:cNvCxnSpPr>
            <a:cxnSpLocks/>
          </p:cNvCxnSpPr>
          <p:nvPr userDrawn="1"/>
        </p:nvCxnSpPr>
        <p:spPr>
          <a:xfrm>
            <a:off x="505325" y="918171"/>
            <a:ext cx="10848473" cy="0"/>
          </a:xfrm>
          <a:prstGeom prst="line">
            <a:avLst/>
          </a:prstGeom>
          <a:ln w="25400">
            <a:gradFill flip="none" rotWithShape="1">
              <a:gsLst>
                <a:gs pos="100000">
                  <a:schemeClr val="bg1"/>
                </a:gs>
                <a:gs pos="56000">
                  <a:schemeClr val="bg1">
                    <a:lumMod val="85000"/>
                  </a:schemeClr>
                </a:gs>
                <a:gs pos="0">
                  <a:schemeClr val="bg1">
                    <a:lumMod val="5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제목 11">
            <a:extLst>
              <a:ext uri="{FF2B5EF4-FFF2-40B4-BE49-F238E27FC236}">
                <a16:creationId xmlns:a16="http://schemas.microsoft.com/office/drawing/2014/main" id="{9C4F3574-2196-FA9B-B10E-2962DCC2D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26" y="150395"/>
            <a:ext cx="10848473" cy="664691"/>
          </a:xfrm>
        </p:spPr>
        <p:txBody>
          <a:bodyPr>
            <a:normAutofit/>
          </a:bodyPr>
          <a:lstStyle>
            <a:lvl1pPr>
              <a:defRPr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10" name="바닥글 개체 틀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Advanced Software Engineering</a:t>
            </a:r>
            <a:endParaRPr lang="ko-KR" altLang="en-US" sz="18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34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574B2D8-FB0A-8AC8-D3F0-62BE0225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FBC2E-E711-DF5E-E4B3-74F3F814C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BEAD2F-7528-A53C-E013-CE03C6F00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9FDC0-2633-43A1-81E7-815761954F6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4E9003-AB40-3797-B102-7D8E1995C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4D8EAB-7962-FC45-0E77-58CF2F443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0E0B5-68DB-4D23-A870-B09997BD0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46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51E55-703B-91DA-3AFB-A4293D9E4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187" y="1946276"/>
            <a:ext cx="9953625" cy="1655762"/>
          </a:xfrm>
        </p:spPr>
        <p:txBody>
          <a:bodyPr anchor="ctr">
            <a:normAutofit/>
          </a:bodyPr>
          <a:lstStyle/>
          <a:p>
            <a:r>
              <a:rPr lang="ko-KR" altLang="en-US" sz="4800" dirty="0">
                <a:solidFill>
                  <a:srgbClr val="1B51A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소프트웨어 공학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091A44-C491-F735-E71E-5315F3DB9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Software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875EF-925C-0ED8-7D9B-D7043555AFC5}"/>
              </a:ext>
            </a:extLst>
          </p:cNvPr>
          <p:cNvSpPr txBox="1"/>
          <p:nvPr/>
        </p:nvSpPr>
        <p:spPr>
          <a:xfrm>
            <a:off x="5088353" y="6134100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26SS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소프트웨어 공학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8179A2-BD00-429D-8FF9-21B04AAFF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559" y="4408894"/>
            <a:ext cx="3718882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2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34908-2A2E-C8E1-7E2F-CF174989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1B51A6"/>
                </a:solidFill>
              </a:rPr>
              <a:t>조별과제 </a:t>
            </a:r>
            <a:r>
              <a:rPr lang="en-US" altLang="ko-KR" b="1" dirty="0">
                <a:solidFill>
                  <a:srgbClr val="1B51A6"/>
                </a:solidFill>
              </a:rPr>
              <a:t>- </a:t>
            </a:r>
            <a:r>
              <a:rPr lang="ko-KR" altLang="en-US" b="1" dirty="0">
                <a:solidFill>
                  <a:srgbClr val="1B51A6"/>
                </a:solidFill>
              </a:rPr>
              <a:t>개요</a:t>
            </a: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85B2A3-BC2F-4864-A0F4-13BB3E40047B}"/>
              </a:ext>
            </a:extLst>
          </p:cNvPr>
          <p:cNvSpPr/>
          <p:nvPr/>
        </p:nvSpPr>
        <p:spPr>
          <a:xfrm>
            <a:off x="422595" y="1325461"/>
            <a:ext cx="6096000" cy="20662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prstClr val="black"/>
                </a:solidFill>
              </a:rPr>
              <a:t>평가 방식 </a:t>
            </a:r>
            <a:r>
              <a:rPr lang="en-US" altLang="ko-KR" sz="2800" dirty="0">
                <a:solidFill>
                  <a:prstClr val="black"/>
                </a:solidFill>
              </a:rPr>
              <a:t>(Evaluation) – </a:t>
            </a:r>
            <a:r>
              <a:rPr lang="ko-KR" altLang="en-US" sz="2800" dirty="0">
                <a:solidFill>
                  <a:prstClr val="black"/>
                </a:solidFill>
              </a:rPr>
              <a:t>조정 가능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prstClr val="black"/>
                </a:solidFill>
              </a:rPr>
              <a:t>출석 </a:t>
            </a:r>
            <a:r>
              <a:rPr lang="en-US" altLang="ko-KR" sz="2400" dirty="0">
                <a:solidFill>
                  <a:prstClr val="black"/>
                </a:solidFill>
              </a:rPr>
              <a:t>– 10%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prstClr val="black"/>
                </a:solidFill>
              </a:rPr>
              <a:t>중간고사 </a:t>
            </a:r>
            <a:r>
              <a:rPr lang="en-US" altLang="ko-KR" sz="2400" dirty="0">
                <a:solidFill>
                  <a:prstClr val="black"/>
                </a:solidFill>
              </a:rPr>
              <a:t>– 40%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2400" dirty="0"/>
              <a:t>미니 프로젝트 </a:t>
            </a:r>
            <a:r>
              <a:rPr lang="en-US" altLang="ko-KR" sz="2400" dirty="0"/>
              <a:t>(</a:t>
            </a:r>
            <a:r>
              <a:rPr lang="ko-KR" altLang="en-US" sz="2400" dirty="0"/>
              <a:t>개인</a:t>
            </a:r>
            <a:r>
              <a:rPr lang="en-US" altLang="ko-KR" sz="2400" dirty="0"/>
              <a:t>) - 10%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00FF"/>
                </a:solidFill>
              </a:rPr>
              <a:t>프로젝트 </a:t>
            </a:r>
            <a:r>
              <a:rPr lang="en-US" altLang="ko-KR" sz="2400" dirty="0">
                <a:solidFill>
                  <a:srgbClr val="0000FF"/>
                </a:solidFill>
              </a:rPr>
              <a:t>(</a:t>
            </a:r>
            <a:r>
              <a:rPr lang="ko-KR" altLang="en-US" sz="2400" dirty="0">
                <a:solidFill>
                  <a:srgbClr val="0000FF"/>
                </a:solidFill>
              </a:rPr>
              <a:t>조별과제</a:t>
            </a:r>
            <a:r>
              <a:rPr lang="en-US" altLang="ko-KR" sz="2400" dirty="0">
                <a:solidFill>
                  <a:srgbClr val="0000FF"/>
                </a:solidFill>
              </a:rPr>
              <a:t>)</a:t>
            </a:r>
            <a:r>
              <a:rPr lang="ko-KR" altLang="en-US" sz="2400" dirty="0">
                <a:solidFill>
                  <a:srgbClr val="0000FF"/>
                </a:solidFill>
              </a:rPr>
              <a:t> </a:t>
            </a:r>
            <a:r>
              <a:rPr lang="en-US" altLang="ko-KR" sz="2400" dirty="0">
                <a:solidFill>
                  <a:srgbClr val="0000FF"/>
                </a:solidFill>
              </a:rPr>
              <a:t>– 40%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C0C3A8-0DEF-4845-AF93-8FCE7F9D4545}"/>
              </a:ext>
            </a:extLst>
          </p:cNvPr>
          <p:cNvSpPr/>
          <p:nvPr/>
        </p:nvSpPr>
        <p:spPr>
          <a:xfrm>
            <a:off x="6022436" y="2508030"/>
            <a:ext cx="403828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요구사항</a:t>
            </a:r>
            <a:r>
              <a:rPr lang="en-US" altLang="ko-KR" sz="2400" dirty="0"/>
              <a:t>,</a:t>
            </a:r>
            <a:r>
              <a:rPr lang="ko-KR" altLang="en-US" sz="2400" dirty="0"/>
              <a:t>설계</a:t>
            </a:r>
            <a:br>
              <a:rPr lang="en-US" altLang="ko-KR" sz="2400" dirty="0"/>
            </a:br>
            <a:r>
              <a:rPr lang="ko-KR" altLang="en-US" sz="2400" dirty="0"/>
              <a:t>테스팅</a:t>
            </a:r>
            <a:r>
              <a:rPr lang="en-US" altLang="ko-KR" sz="2400" dirty="0"/>
              <a:t>, </a:t>
            </a:r>
            <a:r>
              <a:rPr lang="ko-KR" altLang="en-US" sz="2400" dirty="0"/>
              <a:t>구현 및 배포</a:t>
            </a:r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팀워크 및 기여도</a:t>
            </a:r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프로젝트 완성도</a:t>
            </a:r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최종발표</a:t>
            </a:r>
            <a:endParaRPr lang="en-US" altLang="ko-KR" sz="2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3E7593-B7A3-4D9D-91B0-BDFF93CDDCDA}"/>
              </a:ext>
            </a:extLst>
          </p:cNvPr>
          <p:cNvSpPr/>
          <p:nvPr/>
        </p:nvSpPr>
        <p:spPr>
          <a:xfrm>
            <a:off x="9918441" y="2508030"/>
            <a:ext cx="119564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2400" dirty="0"/>
              <a:t>20</a:t>
            </a:r>
            <a:r>
              <a:rPr lang="ko-KR" altLang="en-US" sz="2400" dirty="0"/>
              <a:t>점</a:t>
            </a:r>
            <a:endParaRPr lang="en-US" altLang="ko-KR" sz="2400" dirty="0"/>
          </a:p>
          <a:p>
            <a:pPr algn="r"/>
            <a:endParaRPr lang="en-US" altLang="ko-KR" sz="2400" dirty="0"/>
          </a:p>
          <a:p>
            <a:pPr algn="r"/>
            <a:endParaRPr lang="en-US" altLang="ko-KR" sz="2400" dirty="0"/>
          </a:p>
          <a:p>
            <a:pPr algn="r"/>
            <a:r>
              <a:rPr lang="en-US" altLang="ko-KR" sz="2400" dirty="0"/>
              <a:t>10</a:t>
            </a:r>
            <a:r>
              <a:rPr lang="ko-KR" altLang="en-US" sz="2400" dirty="0"/>
              <a:t>점</a:t>
            </a:r>
            <a:endParaRPr lang="en-US" altLang="ko-KR" sz="2400" dirty="0"/>
          </a:p>
          <a:p>
            <a:pPr algn="r"/>
            <a:endParaRPr lang="en-US" altLang="ko-KR" sz="2400" dirty="0"/>
          </a:p>
          <a:p>
            <a:pPr algn="r"/>
            <a:r>
              <a:rPr lang="en-US" altLang="ko-KR" sz="2400" dirty="0"/>
              <a:t>5</a:t>
            </a:r>
            <a:r>
              <a:rPr lang="ko-KR" altLang="en-US" sz="2400" dirty="0"/>
              <a:t>점</a:t>
            </a:r>
            <a:endParaRPr lang="en-US" altLang="ko-KR" sz="2400" dirty="0"/>
          </a:p>
          <a:p>
            <a:pPr algn="r"/>
            <a:endParaRPr lang="en-US" altLang="ko-KR" sz="2400" dirty="0"/>
          </a:p>
          <a:p>
            <a:pPr algn="r"/>
            <a:r>
              <a:rPr lang="en-US" altLang="ko-KR" sz="2400" dirty="0"/>
              <a:t>5</a:t>
            </a:r>
            <a:r>
              <a:rPr lang="ko-KR" altLang="en-US" sz="2400" dirty="0"/>
              <a:t>점</a:t>
            </a:r>
            <a:endParaRPr lang="en-US" altLang="ko-KR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6A02D-F161-4492-AA1F-1ACD23C82824}"/>
              </a:ext>
            </a:extLst>
          </p:cNvPr>
          <p:cNvSpPr txBox="1"/>
          <p:nvPr/>
        </p:nvSpPr>
        <p:spPr>
          <a:xfrm>
            <a:off x="890573" y="3376898"/>
            <a:ext cx="4241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수업시간에 제출한 다이어그램 과제 </a:t>
            </a:r>
            <a:r>
              <a:rPr lang="en-US" altLang="ko-KR" sz="1400" dirty="0"/>
              <a:t>– </a:t>
            </a:r>
            <a:r>
              <a:rPr lang="ko-KR" altLang="en-US" sz="1400" dirty="0"/>
              <a:t>보너스 점수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4C7C3E-700C-4D18-B0D5-F5C18FAED29B}"/>
              </a:ext>
            </a:extLst>
          </p:cNvPr>
          <p:cNvSpPr txBox="1"/>
          <p:nvPr/>
        </p:nvSpPr>
        <p:spPr>
          <a:xfrm>
            <a:off x="6712902" y="5694136"/>
            <a:ext cx="40382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프로세스 준수</a:t>
            </a:r>
            <a:r>
              <a:rPr lang="en-US" altLang="ko-KR" sz="1400" dirty="0"/>
              <a:t>, </a:t>
            </a:r>
            <a:r>
              <a:rPr lang="ko-KR" altLang="en-US" sz="1400" dirty="0"/>
              <a:t>기능 완성도</a:t>
            </a:r>
            <a:r>
              <a:rPr lang="en-US" altLang="ko-KR" sz="1400" dirty="0"/>
              <a:t>, AI</a:t>
            </a:r>
            <a:r>
              <a:rPr lang="ko-KR" altLang="en-US" sz="1400" dirty="0"/>
              <a:t>활용도 모두 평가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18D515E-3BD6-4D31-A910-597C573D0815}"/>
              </a:ext>
            </a:extLst>
          </p:cNvPr>
          <p:cNvCxnSpPr/>
          <p:nvPr/>
        </p:nvCxnSpPr>
        <p:spPr>
          <a:xfrm>
            <a:off x="6932645" y="4049486"/>
            <a:ext cx="404948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382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34908-2A2E-C8E1-7E2F-CF174989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1B51A6"/>
                </a:solidFill>
              </a:rPr>
              <a:t>조별과제 </a:t>
            </a:r>
            <a:r>
              <a:rPr lang="en-US" altLang="ko-KR" b="1" dirty="0">
                <a:solidFill>
                  <a:srgbClr val="1B51A6"/>
                </a:solidFill>
              </a:rPr>
              <a:t>- </a:t>
            </a:r>
            <a:r>
              <a:rPr lang="ko-KR" altLang="en-US" b="1" dirty="0">
                <a:solidFill>
                  <a:srgbClr val="1B51A6"/>
                </a:solidFill>
              </a:rPr>
              <a:t>일정</a:t>
            </a: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18CA1-989A-0EDA-8A63-4EC532C13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96" y="1325461"/>
            <a:ext cx="11346809" cy="53622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요구사항 도출</a:t>
            </a:r>
            <a:r>
              <a:rPr lang="en-US" altLang="ko-KR" dirty="0"/>
              <a:t>, </a:t>
            </a:r>
            <a:r>
              <a:rPr lang="ko-KR" altLang="en-US" dirty="0"/>
              <a:t>설계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, </a:t>
            </a:r>
            <a:r>
              <a:rPr lang="ko-KR" altLang="en-US" dirty="0"/>
              <a:t>테스팅</a:t>
            </a:r>
            <a:r>
              <a:rPr lang="en-US" altLang="ko-KR" dirty="0"/>
              <a:t>, </a:t>
            </a:r>
            <a:r>
              <a:rPr lang="ko-KR" altLang="en-US" dirty="0"/>
              <a:t>배포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팀 구성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명</a:t>
            </a:r>
            <a:r>
              <a:rPr lang="en-US" altLang="ko-KR" dirty="0"/>
              <a:t>~4</a:t>
            </a:r>
            <a:r>
              <a:rPr lang="ko-KR" altLang="en-US" dirty="0"/>
              <a:t>명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팀</a:t>
            </a:r>
            <a:r>
              <a:rPr lang="en-US" altLang="ko-KR" dirty="0"/>
              <a:t> </a:t>
            </a:r>
            <a:r>
              <a:rPr lang="ko-KR" altLang="en-US" dirty="0"/>
              <a:t>면담</a:t>
            </a:r>
            <a:r>
              <a:rPr lang="en-US" altLang="ko-KR" dirty="0"/>
              <a:t>: </a:t>
            </a:r>
            <a:r>
              <a:rPr lang="ko-KR" altLang="en-US" dirty="0"/>
              <a:t>매 시간 </a:t>
            </a:r>
            <a:r>
              <a:rPr lang="en-US" altLang="ko-KR" dirty="0"/>
              <a:t>3</a:t>
            </a:r>
            <a:r>
              <a:rPr lang="ko-KR" altLang="en-US" dirty="0" err="1"/>
              <a:t>팀씩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81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916A6-1493-44F6-AA72-5D9787500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90F84-CAE6-492F-81BB-544B0083B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요구사항 문서 </a:t>
            </a:r>
            <a:r>
              <a:rPr lang="en-US" altLang="ko-KR" dirty="0"/>
              <a:t>(Requirements Document): </a:t>
            </a:r>
            <a:r>
              <a:rPr lang="ko-KR" altLang="en-US" dirty="0"/>
              <a:t>사용자 설문</a:t>
            </a:r>
            <a:r>
              <a:rPr lang="en-US" altLang="ko-KR" dirty="0"/>
              <a:t>/</a:t>
            </a:r>
            <a:r>
              <a:rPr lang="ko-KR" altLang="en-US" dirty="0"/>
              <a:t>인터뷰 결과</a:t>
            </a:r>
            <a:r>
              <a:rPr lang="en-US" altLang="ko-KR" dirty="0"/>
              <a:t>, </a:t>
            </a:r>
            <a:r>
              <a:rPr lang="ko-KR" altLang="en-US" dirty="0"/>
              <a:t>페르소나</a:t>
            </a:r>
            <a:r>
              <a:rPr lang="en-US" altLang="ko-KR" dirty="0"/>
              <a:t>, </a:t>
            </a:r>
            <a:r>
              <a:rPr lang="ko-KR" altLang="en-US" dirty="0" err="1"/>
              <a:t>유스케이스</a:t>
            </a:r>
            <a:r>
              <a:rPr lang="ko-KR" altLang="en-US" dirty="0"/>
              <a:t> 다이어그램</a:t>
            </a:r>
            <a:r>
              <a:rPr lang="en-US" altLang="ko-KR" dirty="0"/>
              <a:t>, </a:t>
            </a:r>
            <a:r>
              <a:rPr lang="ko-KR" altLang="en-US" dirty="0"/>
              <a:t>기능</a:t>
            </a:r>
            <a:r>
              <a:rPr lang="en-US" altLang="ko-KR" dirty="0"/>
              <a:t>/</a:t>
            </a:r>
            <a:r>
              <a:rPr lang="ko-KR" altLang="en-US" dirty="0" err="1"/>
              <a:t>비기능</a:t>
            </a:r>
            <a:r>
              <a:rPr lang="ko-KR" altLang="en-US" dirty="0"/>
              <a:t> 요구사항 목록</a:t>
            </a:r>
            <a:r>
              <a:rPr lang="en-US" altLang="ko-KR" dirty="0"/>
              <a:t>. (10-15</a:t>
            </a:r>
            <a:r>
              <a:rPr lang="ko-KR" altLang="en-US" dirty="0"/>
              <a:t>페이지</a:t>
            </a:r>
            <a:r>
              <a:rPr lang="en-US" altLang="ko-KR" dirty="0"/>
              <a:t>, AI </a:t>
            </a:r>
            <a:r>
              <a:rPr lang="ko-KR" altLang="en-US" dirty="0"/>
              <a:t>시뮬레이션 로그 포함</a:t>
            </a:r>
            <a:r>
              <a:rPr lang="en-US" altLang="ko-KR" dirty="0"/>
              <a:t>).</a:t>
            </a:r>
          </a:p>
          <a:p>
            <a:endParaRPr lang="en-US" altLang="ko-KR" dirty="0"/>
          </a:p>
          <a:p>
            <a:r>
              <a:rPr lang="ko-KR" altLang="en-US" dirty="0"/>
              <a:t>설계 문서 </a:t>
            </a:r>
            <a:r>
              <a:rPr lang="en-US" altLang="ko-KR" dirty="0"/>
              <a:t>(Design Document): UML </a:t>
            </a:r>
            <a:r>
              <a:rPr lang="ko-KR" altLang="en-US" dirty="0"/>
              <a:t>다이어그램</a:t>
            </a:r>
            <a:r>
              <a:rPr lang="en-US" altLang="ko-KR" dirty="0"/>
              <a:t>(</a:t>
            </a:r>
            <a:r>
              <a:rPr lang="ko-KR" altLang="en-US" dirty="0"/>
              <a:t>클래스</a:t>
            </a:r>
            <a:r>
              <a:rPr lang="en-US" altLang="ko-KR" dirty="0"/>
              <a:t>/</a:t>
            </a:r>
            <a:r>
              <a:rPr lang="ko-KR" altLang="en-US" dirty="0"/>
              <a:t>시퀀스</a:t>
            </a:r>
            <a:r>
              <a:rPr lang="en-US" altLang="ko-KR" dirty="0"/>
              <a:t>), </a:t>
            </a:r>
            <a:r>
              <a:rPr lang="ko-KR" altLang="en-US" dirty="0"/>
              <a:t>아키텍처 개요</a:t>
            </a:r>
            <a:r>
              <a:rPr lang="en-US" altLang="ko-KR" dirty="0"/>
              <a:t>. (5-10</a:t>
            </a:r>
            <a:r>
              <a:rPr lang="ko-KR" altLang="en-US" dirty="0"/>
              <a:t>페이지</a:t>
            </a:r>
            <a:r>
              <a:rPr lang="en-US" altLang="ko-KR" dirty="0"/>
              <a:t>, AI</a:t>
            </a:r>
            <a:r>
              <a:rPr lang="ko-KR" altLang="en-US" dirty="0"/>
              <a:t>로 생성한 다이어그램 캡처</a:t>
            </a:r>
            <a:r>
              <a:rPr lang="en-US" altLang="ko-KR" dirty="0"/>
              <a:t>).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8FF35-AA66-4AC1-B31E-5B3E97131B48}"/>
              </a:ext>
            </a:extLst>
          </p:cNvPr>
          <p:cNvSpPr txBox="1"/>
          <p:nvPr/>
        </p:nvSpPr>
        <p:spPr>
          <a:xfrm>
            <a:off x="2024743" y="514124"/>
            <a:ext cx="14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12</a:t>
            </a:r>
            <a:r>
              <a:rPr lang="ko-KR" altLang="en-US" dirty="0"/>
              <a:t>주차 까지</a:t>
            </a:r>
          </a:p>
        </p:txBody>
      </p:sp>
    </p:spTree>
    <p:extLst>
      <p:ext uri="{BB962C8B-B14F-4D97-AF65-F5344CB8AC3E}">
        <p14:creationId xmlns:p14="http://schemas.microsoft.com/office/powerpoint/2010/main" val="27847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916A6-1493-44F6-AA72-5D9787500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90F84-CAE6-492F-81BB-544B0083B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보고서 </a:t>
            </a:r>
            <a:r>
              <a:rPr lang="en-US" altLang="ko-KR" dirty="0"/>
              <a:t>(Test Report, 15</a:t>
            </a:r>
            <a:r>
              <a:rPr lang="ko-KR" altLang="en-US" dirty="0"/>
              <a:t>주 말 제출</a:t>
            </a:r>
            <a:r>
              <a:rPr lang="en-US" altLang="ko-KR" dirty="0"/>
              <a:t>): </a:t>
            </a:r>
            <a:r>
              <a:rPr lang="ko-KR" altLang="en-US" dirty="0"/>
              <a:t>유닛</a:t>
            </a:r>
            <a:r>
              <a:rPr lang="en-US" altLang="ko-KR" dirty="0"/>
              <a:t>/</a:t>
            </a:r>
            <a:r>
              <a:rPr lang="ko-KR" altLang="en-US" dirty="0"/>
              <a:t>통합 테스트 케이스 목록</a:t>
            </a:r>
            <a:r>
              <a:rPr lang="en-US" altLang="ko-KR" dirty="0"/>
              <a:t>, </a:t>
            </a:r>
            <a:r>
              <a:rPr lang="ko-KR" altLang="en-US" dirty="0"/>
              <a:t>커버리지 결과</a:t>
            </a:r>
            <a:r>
              <a:rPr lang="en-US" altLang="ko-KR" dirty="0"/>
              <a:t>(Jest/</a:t>
            </a:r>
            <a:r>
              <a:rPr lang="en-US" altLang="ko-KR" dirty="0" err="1"/>
              <a:t>Pytest</a:t>
            </a:r>
            <a:r>
              <a:rPr lang="en-US" altLang="ko-KR" dirty="0"/>
              <a:t> </a:t>
            </a:r>
            <a:r>
              <a:rPr lang="ko-KR" altLang="en-US" dirty="0"/>
              <a:t>등 도구 사용</a:t>
            </a:r>
            <a:r>
              <a:rPr lang="en-US" altLang="ko-KR" dirty="0"/>
              <a:t>), </a:t>
            </a:r>
            <a:r>
              <a:rPr lang="ko-KR" altLang="en-US" dirty="0"/>
              <a:t>버그 로그</a:t>
            </a:r>
            <a:r>
              <a:rPr lang="en-US" altLang="ko-KR" dirty="0"/>
              <a:t>. AI</a:t>
            </a:r>
            <a:r>
              <a:rPr lang="ko-KR" altLang="en-US" dirty="0"/>
              <a:t>로 생성한 테스트 스크립트 포함</a:t>
            </a:r>
            <a:r>
              <a:rPr lang="en-US" altLang="ko-KR" dirty="0"/>
              <a:t>. (5-10</a:t>
            </a:r>
            <a:r>
              <a:rPr lang="ko-KR" altLang="en-US" dirty="0"/>
              <a:t>페이지</a:t>
            </a:r>
            <a:r>
              <a:rPr lang="en-US" altLang="ko-KR" dirty="0"/>
              <a:t>).</a:t>
            </a:r>
          </a:p>
          <a:p>
            <a:endParaRPr lang="en-US" altLang="ko-KR" dirty="0"/>
          </a:p>
          <a:p>
            <a:r>
              <a:rPr lang="ko-KR" altLang="en-US" dirty="0"/>
              <a:t>코드 </a:t>
            </a:r>
            <a:r>
              <a:rPr lang="ko-KR" altLang="en-US" dirty="0" err="1"/>
              <a:t>리포지토리</a:t>
            </a:r>
            <a:r>
              <a:rPr lang="ko-KR" altLang="en-US" dirty="0"/>
              <a:t> </a:t>
            </a:r>
            <a:r>
              <a:rPr lang="en-US" altLang="ko-KR" dirty="0"/>
              <a:t>(GitHub Repository, </a:t>
            </a:r>
            <a:r>
              <a:rPr lang="ko-KR" altLang="en-US" dirty="0"/>
              <a:t>지속 업데이트</a:t>
            </a:r>
            <a:r>
              <a:rPr lang="en-US" altLang="ko-KR" dirty="0"/>
              <a:t>): </a:t>
            </a:r>
            <a:r>
              <a:rPr lang="ko-KR" altLang="en-US" dirty="0"/>
              <a:t>전체 소스 코드</a:t>
            </a:r>
            <a:r>
              <a:rPr lang="en-US" altLang="ko-KR" dirty="0"/>
              <a:t>, </a:t>
            </a:r>
            <a:r>
              <a:rPr lang="ko-KR" altLang="en-US" dirty="0"/>
              <a:t>버전 관리 로그</a:t>
            </a:r>
            <a:r>
              <a:rPr lang="en-US" altLang="ko-KR" dirty="0"/>
              <a:t>(</a:t>
            </a:r>
            <a:r>
              <a:rPr lang="ko-KR" altLang="en-US" dirty="0" err="1"/>
              <a:t>커밋</a:t>
            </a:r>
            <a:r>
              <a:rPr lang="ko-KR" altLang="en-US" dirty="0"/>
              <a:t> 히스토리</a:t>
            </a:r>
            <a:r>
              <a:rPr lang="en-US" altLang="ko-KR" dirty="0"/>
              <a:t>). </a:t>
            </a:r>
            <a:r>
              <a:rPr lang="ko-KR" altLang="en-US" dirty="0"/>
              <a:t>팀별 공유 링크 제출</a:t>
            </a:r>
            <a:r>
              <a:rPr lang="en-US" altLang="ko-KR" dirty="0"/>
              <a:t>. (</a:t>
            </a:r>
            <a:r>
              <a:rPr lang="ko-KR" altLang="en-US" dirty="0"/>
              <a:t>최종적으로 </a:t>
            </a:r>
            <a:r>
              <a:rPr lang="en-US" altLang="ko-KR" dirty="0"/>
              <a:t>16</a:t>
            </a:r>
            <a:r>
              <a:rPr lang="ko-KR" altLang="en-US" dirty="0"/>
              <a:t>주에 완성</a:t>
            </a:r>
            <a:r>
              <a:rPr lang="en-US" altLang="ko-KR" dirty="0"/>
              <a:t>).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5357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916A6-1493-44F6-AA72-5D9787500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90F84-CAE6-492F-81BB-544B0083B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최종 프로젝트 보고서 </a:t>
            </a:r>
            <a:r>
              <a:rPr lang="en-US" altLang="ko-KR" dirty="0"/>
              <a:t>(Final Report): </a:t>
            </a:r>
            <a:r>
              <a:rPr lang="ko-KR" altLang="en-US" dirty="0"/>
              <a:t>전체 프로세스 요약</a:t>
            </a:r>
            <a:r>
              <a:rPr lang="en-US" altLang="ko-KR" dirty="0"/>
              <a:t>(</a:t>
            </a:r>
            <a:r>
              <a:rPr lang="ko-KR" altLang="en-US" dirty="0"/>
              <a:t>요구사항부터 배포</a:t>
            </a:r>
            <a:r>
              <a:rPr lang="en-US" altLang="ko-KR" dirty="0"/>
              <a:t>), AI </a:t>
            </a:r>
            <a:r>
              <a:rPr lang="ko-KR" altLang="en-US" dirty="0"/>
              <a:t>활용 분석</a:t>
            </a:r>
            <a:r>
              <a:rPr lang="en-US" altLang="ko-KR" dirty="0"/>
              <a:t>(</a:t>
            </a:r>
            <a:r>
              <a:rPr lang="ko-KR" altLang="en-US" dirty="0"/>
              <a:t>장단점 논의</a:t>
            </a:r>
            <a:r>
              <a:rPr lang="en-US" altLang="ko-KR" dirty="0"/>
              <a:t>). (20-30</a:t>
            </a:r>
            <a:r>
              <a:rPr lang="ko-KR" altLang="en-US" dirty="0"/>
              <a:t>페이지</a:t>
            </a:r>
            <a:r>
              <a:rPr lang="en-US" altLang="ko-KR" dirty="0"/>
              <a:t>, </a:t>
            </a:r>
            <a:r>
              <a:rPr lang="ko-KR" altLang="en-US" dirty="0"/>
              <a:t>모든 이전 문서 통합</a:t>
            </a:r>
            <a:r>
              <a:rPr lang="en-US" altLang="ko-KR" dirty="0"/>
              <a:t>).</a:t>
            </a:r>
          </a:p>
          <a:p>
            <a:endParaRPr lang="en-US" altLang="ko-KR" dirty="0"/>
          </a:p>
          <a:p>
            <a:r>
              <a:rPr lang="ko-KR" altLang="en-US" dirty="0"/>
              <a:t>배포 자료 </a:t>
            </a:r>
            <a:r>
              <a:rPr lang="en-US" altLang="ko-KR" dirty="0"/>
              <a:t>(Deployment Artifacts): </a:t>
            </a:r>
            <a:r>
              <a:rPr lang="ko-KR" altLang="en-US" dirty="0"/>
              <a:t>작동하는 앱</a:t>
            </a:r>
            <a:r>
              <a:rPr lang="en-US" altLang="ko-KR" dirty="0"/>
              <a:t>/</a:t>
            </a:r>
            <a:r>
              <a:rPr lang="ko-KR" altLang="en-US" dirty="0"/>
              <a:t>시스템 링크</a:t>
            </a:r>
            <a:r>
              <a:rPr lang="en-US" altLang="ko-KR" dirty="0"/>
              <a:t>(Heroku/</a:t>
            </a:r>
            <a:r>
              <a:rPr lang="en-US" altLang="ko-KR" dirty="0" err="1"/>
              <a:t>Vercel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),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사용 가이드</a:t>
            </a:r>
            <a:r>
              <a:rPr lang="en-US" altLang="ko-KR" dirty="0"/>
              <a:t>, </a:t>
            </a:r>
            <a:r>
              <a:rPr lang="ko-KR" altLang="en-US" dirty="0"/>
              <a:t>데모 영상</a:t>
            </a:r>
            <a:r>
              <a:rPr lang="en-US" altLang="ko-KR" dirty="0"/>
              <a:t>(5-10</a:t>
            </a:r>
            <a:r>
              <a:rPr lang="ko-KR" altLang="en-US" dirty="0"/>
              <a:t>분</a:t>
            </a:r>
            <a:r>
              <a:rPr lang="en-US" altLang="ko-KR" dirty="0"/>
              <a:t>). (</a:t>
            </a:r>
            <a:r>
              <a:rPr lang="ko-KR" altLang="en-US" dirty="0"/>
              <a:t>파일 또는 </a:t>
            </a:r>
            <a:r>
              <a:rPr lang="en-US" altLang="ko-KR" dirty="0"/>
              <a:t>URL </a:t>
            </a:r>
            <a:r>
              <a:rPr lang="ko-KR" altLang="en-US" dirty="0"/>
              <a:t>제출</a:t>
            </a:r>
            <a:r>
              <a:rPr lang="en-US" altLang="ko-KR" dirty="0"/>
              <a:t>).</a:t>
            </a:r>
          </a:p>
          <a:p>
            <a:endParaRPr lang="en-US" altLang="ko-KR" dirty="0"/>
          </a:p>
          <a:p>
            <a:r>
              <a:rPr lang="ko-KR" altLang="en-US" dirty="0"/>
              <a:t>프레젠테이션 자료</a:t>
            </a:r>
            <a:r>
              <a:rPr lang="en-US" altLang="ko-KR" dirty="0"/>
              <a:t>: </a:t>
            </a:r>
            <a:r>
              <a:rPr lang="ko-KR" altLang="en-US" dirty="0"/>
              <a:t>슬라이드</a:t>
            </a:r>
            <a:r>
              <a:rPr lang="en-US" altLang="ko-KR" dirty="0"/>
              <a:t>(PowerPoint/Google Slides), </a:t>
            </a:r>
            <a:r>
              <a:rPr lang="ko-KR" altLang="en-US" dirty="0"/>
              <a:t>데모 스크립트</a:t>
            </a:r>
            <a:r>
              <a:rPr lang="en-US" altLang="ko-KR" dirty="0"/>
              <a:t>. (10-15</a:t>
            </a:r>
            <a:r>
              <a:rPr lang="ko-KR" altLang="en-US" dirty="0"/>
              <a:t>슬라이드</a:t>
            </a:r>
            <a:r>
              <a:rPr lang="en-US" altLang="ko-KR" dirty="0"/>
              <a:t>, </a:t>
            </a:r>
            <a:r>
              <a:rPr lang="ko-KR" altLang="en-US" dirty="0"/>
              <a:t>팀 발표용</a:t>
            </a:r>
            <a:r>
              <a:rPr lang="en-US" altLang="ko-KR" dirty="0"/>
              <a:t>).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D5086-A55C-488A-86FD-A577DFA8D391}"/>
              </a:ext>
            </a:extLst>
          </p:cNvPr>
          <p:cNvSpPr txBox="1"/>
          <p:nvPr/>
        </p:nvSpPr>
        <p:spPr>
          <a:xfrm>
            <a:off x="2024743" y="514124"/>
            <a:ext cx="14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</a:t>
            </a:r>
            <a:r>
              <a:rPr lang="ko-KR" altLang="en-US" dirty="0"/>
              <a:t>주차 까지</a:t>
            </a:r>
          </a:p>
        </p:txBody>
      </p:sp>
    </p:spTree>
    <p:extLst>
      <p:ext uri="{BB962C8B-B14F-4D97-AF65-F5344CB8AC3E}">
        <p14:creationId xmlns:p14="http://schemas.microsoft.com/office/powerpoint/2010/main" val="1465316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34908-2A2E-C8E1-7E2F-CF174989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1B51A6"/>
                </a:solidFill>
              </a:rPr>
              <a:t>주제 </a:t>
            </a:r>
            <a:r>
              <a:rPr lang="en-US" altLang="ko-KR" b="1" dirty="0">
                <a:solidFill>
                  <a:srgbClr val="1B51A6"/>
                </a:solidFill>
              </a:rPr>
              <a:t>1 - </a:t>
            </a:r>
            <a:r>
              <a:rPr lang="ko-KR" altLang="en-US" dirty="0"/>
              <a:t>개인화된 학습 관리 앱 </a:t>
            </a:r>
            <a:r>
              <a:rPr lang="en-US" altLang="ko-KR" dirty="0"/>
              <a:t>(Web/Mobile)</a:t>
            </a: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18CA1-989A-0EDA-8A63-4EC532C13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96" y="1325461"/>
            <a:ext cx="11346809" cy="53622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학생들이 학습 일정</a:t>
            </a:r>
            <a:r>
              <a:rPr lang="en-US" altLang="ko-KR" dirty="0"/>
              <a:t>, </a:t>
            </a:r>
            <a:r>
              <a:rPr lang="ko-KR" altLang="en-US" dirty="0"/>
              <a:t>노트</a:t>
            </a:r>
            <a:r>
              <a:rPr lang="en-US" altLang="ko-KR" dirty="0"/>
              <a:t>, </a:t>
            </a:r>
            <a:r>
              <a:rPr lang="ko-KR" altLang="en-US" dirty="0"/>
              <a:t>퀴즈를 관리할 수 있는 웹 또는 모바일 앱을 개발하는 것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주요 요구사항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사용자 등록</a:t>
            </a:r>
            <a:r>
              <a:rPr lang="en-US" altLang="ko-KR" dirty="0"/>
              <a:t>/</a:t>
            </a:r>
            <a:r>
              <a:rPr lang="ko-KR" altLang="en-US" dirty="0"/>
              <a:t>로그인 </a:t>
            </a:r>
            <a:r>
              <a:rPr lang="en-US" altLang="ko-KR" dirty="0"/>
              <a:t>(</a:t>
            </a:r>
            <a:r>
              <a:rPr lang="ko-KR" altLang="en-US" dirty="0"/>
              <a:t>인증 기능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학습 일정 관리 </a:t>
            </a:r>
            <a:r>
              <a:rPr lang="en-US" altLang="ko-KR" dirty="0"/>
              <a:t>(</a:t>
            </a:r>
            <a:r>
              <a:rPr lang="ko-KR" altLang="en-US" dirty="0"/>
              <a:t>캘린더</a:t>
            </a:r>
            <a:r>
              <a:rPr lang="en-US" altLang="ko-KR" dirty="0"/>
              <a:t>, </a:t>
            </a:r>
            <a:r>
              <a:rPr lang="ko-KR" altLang="en-US" dirty="0"/>
              <a:t>알림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노트 및 퀴즈 생성</a:t>
            </a:r>
            <a:r>
              <a:rPr lang="en-US" altLang="ko-KR" dirty="0"/>
              <a:t>/</a:t>
            </a:r>
            <a:r>
              <a:rPr lang="ko-KR" altLang="en-US" dirty="0"/>
              <a:t>관리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AI </a:t>
            </a:r>
            <a:r>
              <a:rPr lang="ko-KR" altLang="en-US" dirty="0"/>
              <a:t>기반 학습 추천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취약 과목 우선 추천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데이터 시각화 </a:t>
            </a:r>
            <a:r>
              <a:rPr lang="en-US" altLang="ko-KR" dirty="0"/>
              <a:t>(</a:t>
            </a:r>
            <a:r>
              <a:rPr lang="ko-KR" altLang="en-US" dirty="0"/>
              <a:t>진척 그래프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보안 및 프라이버시 고려 </a:t>
            </a:r>
            <a:r>
              <a:rPr lang="en-US" altLang="ko-KR" dirty="0"/>
              <a:t>(</a:t>
            </a:r>
            <a:r>
              <a:rPr lang="ko-KR" altLang="en-US" dirty="0"/>
              <a:t>데이터 암호화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Markdown </a:t>
            </a:r>
            <a:r>
              <a:rPr lang="ko-KR" altLang="en-US" dirty="0"/>
              <a:t>지원</a:t>
            </a:r>
          </a:p>
        </p:txBody>
      </p:sp>
    </p:spTree>
    <p:extLst>
      <p:ext uri="{BB962C8B-B14F-4D97-AF65-F5344CB8AC3E}">
        <p14:creationId xmlns:p14="http://schemas.microsoft.com/office/powerpoint/2010/main" val="168593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34908-2A2E-C8E1-7E2F-CF174989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1B51A6"/>
                </a:solidFill>
              </a:rPr>
              <a:t>주제 </a:t>
            </a:r>
            <a:r>
              <a:rPr lang="en-US" altLang="ko-KR" dirty="0"/>
              <a:t>2</a:t>
            </a:r>
            <a:r>
              <a:rPr lang="en-US" altLang="ko-KR" b="1" dirty="0">
                <a:solidFill>
                  <a:srgbClr val="1B51A6"/>
                </a:solidFill>
              </a:rPr>
              <a:t> - </a:t>
            </a:r>
            <a:r>
              <a:rPr lang="ko-KR" altLang="en-US" b="1" dirty="0">
                <a:solidFill>
                  <a:srgbClr val="1B51A6"/>
                </a:solidFill>
              </a:rPr>
              <a:t>환경 모니터링 대시보드 </a:t>
            </a:r>
            <a:r>
              <a:rPr lang="en-US" altLang="ko-KR" b="1" dirty="0">
                <a:solidFill>
                  <a:srgbClr val="1B51A6"/>
                </a:solidFill>
              </a:rPr>
              <a:t>(IoT </a:t>
            </a:r>
            <a:r>
              <a:rPr lang="ko-KR" altLang="en-US" b="1" dirty="0">
                <a:solidFill>
                  <a:srgbClr val="1B51A6"/>
                </a:solidFill>
              </a:rPr>
              <a:t>연동 옵션</a:t>
            </a:r>
            <a:r>
              <a:rPr lang="en-US" altLang="ko-KR" b="1" dirty="0">
                <a:solidFill>
                  <a:srgbClr val="1B51A6"/>
                </a:solidFill>
              </a:rPr>
              <a:t>)</a:t>
            </a: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18CA1-989A-0EDA-8A63-4EC532C13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96" y="1325461"/>
            <a:ext cx="11346809" cy="53622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공기 질</a:t>
            </a:r>
            <a:r>
              <a:rPr lang="en-US" altLang="ko-KR" dirty="0"/>
              <a:t>, </a:t>
            </a:r>
            <a:r>
              <a:rPr lang="ko-KR" altLang="en-US" dirty="0"/>
              <a:t>온도</a:t>
            </a:r>
            <a:r>
              <a:rPr lang="en-US" altLang="ko-KR" dirty="0"/>
              <a:t>, </a:t>
            </a:r>
            <a:r>
              <a:rPr lang="ko-KR" altLang="en-US" dirty="0"/>
              <a:t>습도 등을 모니터링하는 웹 대시보드를 개발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실제 센서 연동은 옵션이며</a:t>
            </a:r>
            <a:r>
              <a:rPr lang="en-US" altLang="ko-KR" dirty="0"/>
              <a:t>, </a:t>
            </a:r>
            <a:r>
              <a:rPr lang="ko-KR" altLang="en-US" dirty="0"/>
              <a:t>시뮬레이션 데이터나 공개 </a:t>
            </a:r>
            <a:r>
              <a:rPr lang="en-US" altLang="ko-KR" dirty="0"/>
              <a:t>API</a:t>
            </a:r>
            <a:r>
              <a:rPr lang="ko-KR" altLang="en-US" dirty="0"/>
              <a:t>로 대체 가능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주요 요구사항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데이터 수집 </a:t>
            </a:r>
            <a:r>
              <a:rPr lang="en-US" altLang="ko-KR" dirty="0"/>
              <a:t>(</a:t>
            </a:r>
            <a:r>
              <a:rPr lang="ko-KR" altLang="en-US" dirty="0"/>
              <a:t>시뮬레이션 또는 </a:t>
            </a:r>
            <a:r>
              <a:rPr lang="en-US" altLang="ko-KR" dirty="0"/>
              <a:t>API </a:t>
            </a:r>
            <a:r>
              <a:rPr lang="ko-KR" altLang="en-US" dirty="0"/>
              <a:t>연동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실시간 대시보드 </a:t>
            </a:r>
            <a:r>
              <a:rPr lang="en-US" altLang="ko-KR" dirty="0"/>
              <a:t>(</a:t>
            </a:r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알림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데이터 분석 </a:t>
            </a:r>
            <a:r>
              <a:rPr lang="en-US" altLang="ko-KR" dirty="0"/>
              <a:t>(</a:t>
            </a:r>
            <a:r>
              <a:rPr lang="ko-KR" altLang="en-US" dirty="0"/>
              <a:t>트렌드 예측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사용자 맞춤 알림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오염 경고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보고서 생성 </a:t>
            </a:r>
            <a:r>
              <a:rPr lang="en-US" altLang="ko-KR" dirty="0"/>
              <a:t>(PDF </a:t>
            </a:r>
            <a:r>
              <a:rPr lang="ko-KR" altLang="en-US" dirty="0"/>
              <a:t>내보내기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보안 </a:t>
            </a:r>
            <a:r>
              <a:rPr lang="en-US" altLang="ko-KR" dirty="0"/>
              <a:t>(API </a:t>
            </a:r>
            <a:r>
              <a:rPr lang="ko-KR" altLang="en-US" dirty="0"/>
              <a:t>키 보호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6838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34908-2A2E-C8E1-7E2F-CF174989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1B51A6"/>
                </a:solidFill>
              </a:rPr>
              <a:t>주제 </a:t>
            </a:r>
            <a:r>
              <a:rPr lang="en-US" altLang="ko-KR" b="1" dirty="0">
                <a:solidFill>
                  <a:srgbClr val="1B51A6"/>
                </a:solidFill>
              </a:rPr>
              <a:t>3 - </a:t>
            </a:r>
            <a:r>
              <a:rPr lang="ko-KR" altLang="en-US" b="1" dirty="0">
                <a:solidFill>
                  <a:srgbClr val="1B51A6"/>
                </a:solidFill>
              </a:rPr>
              <a:t>헬스케어 </a:t>
            </a:r>
            <a:r>
              <a:rPr lang="ko-KR" altLang="en-US" b="1" dirty="0" err="1">
                <a:solidFill>
                  <a:srgbClr val="1B51A6"/>
                </a:solidFill>
              </a:rPr>
              <a:t>트래커</a:t>
            </a:r>
            <a:r>
              <a:rPr lang="ko-KR" altLang="en-US" b="1" dirty="0">
                <a:solidFill>
                  <a:srgbClr val="1B51A6"/>
                </a:solidFill>
              </a:rPr>
              <a:t> </a:t>
            </a:r>
            <a:r>
              <a:rPr lang="en-US" altLang="ko-KR" b="1" dirty="0">
                <a:solidFill>
                  <a:srgbClr val="1B51A6"/>
                </a:solidFill>
              </a:rPr>
              <a:t>(</a:t>
            </a:r>
            <a:r>
              <a:rPr lang="ko-KR" altLang="en-US" b="1" dirty="0">
                <a:solidFill>
                  <a:srgbClr val="1B51A6"/>
                </a:solidFill>
              </a:rPr>
              <a:t>웨어러블 연동 옵션</a:t>
            </a:r>
            <a:r>
              <a:rPr lang="en-US" altLang="ko-KR" b="1" dirty="0">
                <a:solidFill>
                  <a:srgbClr val="1B51A6"/>
                </a:solidFill>
              </a:rPr>
              <a:t>)</a:t>
            </a: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18CA1-989A-0EDA-8A63-4EC532C13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96" y="1325461"/>
            <a:ext cx="11346809" cy="53622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운동</a:t>
            </a:r>
            <a:r>
              <a:rPr lang="en-US" altLang="ko-KR" dirty="0"/>
              <a:t>, </a:t>
            </a:r>
            <a:r>
              <a:rPr lang="ko-KR" altLang="en-US" dirty="0"/>
              <a:t>영양 추적 앱을 개발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목표 설정과 리포트 기능을 중점으로 하며</a:t>
            </a:r>
            <a:r>
              <a:rPr lang="en-US" altLang="ko-KR" dirty="0"/>
              <a:t>, </a:t>
            </a:r>
            <a:r>
              <a:rPr lang="ko-KR" altLang="en-US" dirty="0"/>
              <a:t>웨어러블 연동은 옵션</a:t>
            </a:r>
            <a:r>
              <a:rPr lang="en-US" altLang="ko-KR" dirty="0"/>
              <a:t>(</a:t>
            </a:r>
            <a:r>
              <a:rPr lang="ko-KR" altLang="en-US" dirty="0"/>
              <a:t>시뮬레이션 대체 가능</a:t>
            </a:r>
            <a:r>
              <a:rPr lang="en-US" altLang="ko-KR" dirty="0"/>
              <a:t>)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주요 요구사항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활동 추적 </a:t>
            </a:r>
            <a:r>
              <a:rPr lang="en-US" altLang="ko-KR" dirty="0"/>
              <a:t>(</a:t>
            </a:r>
            <a:r>
              <a:rPr lang="ko-KR" altLang="en-US" dirty="0"/>
              <a:t>운동</a:t>
            </a:r>
            <a:r>
              <a:rPr lang="en-US" altLang="ko-KR" dirty="0"/>
              <a:t>/</a:t>
            </a:r>
            <a:r>
              <a:rPr lang="ko-KR" altLang="en-US" dirty="0"/>
              <a:t>영양 입력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목표 설정 및 진척 리포트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AI </a:t>
            </a:r>
            <a:r>
              <a:rPr lang="ko-KR" altLang="en-US" dirty="0"/>
              <a:t>기반 조언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식단 추천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데이터 시각화 </a:t>
            </a:r>
            <a:r>
              <a:rPr lang="en-US" altLang="ko-KR" dirty="0"/>
              <a:t>(</a:t>
            </a:r>
            <a:r>
              <a:rPr lang="ko-KR" altLang="en-US" dirty="0"/>
              <a:t>차트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프라이버시 </a:t>
            </a:r>
            <a:r>
              <a:rPr lang="en-US" altLang="ko-KR" dirty="0"/>
              <a:t>(</a:t>
            </a:r>
            <a:r>
              <a:rPr lang="ko-KR" altLang="en-US" dirty="0"/>
              <a:t>데이터 동의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API </a:t>
            </a:r>
            <a:r>
              <a:rPr lang="ko-KR" altLang="en-US" dirty="0"/>
              <a:t>연동 </a:t>
            </a:r>
            <a:r>
              <a:rPr lang="en-US" altLang="ko-KR" dirty="0"/>
              <a:t>(</a:t>
            </a:r>
            <a:r>
              <a:rPr lang="ko-KR" altLang="en-US" dirty="0"/>
              <a:t>시뮬레이션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157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34908-2A2E-C8E1-7E2F-CF174989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1B51A6"/>
                </a:solidFill>
              </a:rPr>
              <a:t>주제 </a:t>
            </a:r>
            <a:r>
              <a:rPr lang="en-US" altLang="ko-KR" b="1" dirty="0">
                <a:solidFill>
                  <a:srgbClr val="1B51A6"/>
                </a:solidFill>
              </a:rPr>
              <a:t>4 - AI </a:t>
            </a:r>
            <a:r>
              <a:rPr lang="ko-KR" altLang="en-US" b="1" dirty="0">
                <a:solidFill>
                  <a:srgbClr val="1B51A6"/>
                </a:solidFill>
              </a:rPr>
              <a:t>기반 추천 시스템 </a:t>
            </a:r>
            <a:r>
              <a:rPr lang="en-US" altLang="ko-KR" b="1" dirty="0">
                <a:solidFill>
                  <a:srgbClr val="1B51A6"/>
                </a:solidFill>
              </a:rPr>
              <a:t>(</a:t>
            </a:r>
            <a:r>
              <a:rPr lang="ko-KR" altLang="en-US" b="1" dirty="0">
                <a:solidFill>
                  <a:srgbClr val="1B51A6"/>
                </a:solidFill>
              </a:rPr>
              <a:t>예</a:t>
            </a:r>
            <a:r>
              <a:rPr lang="en-US" altLang="ko-KR" b="1" dirty="0">
                <a:solidFill>
                  <a:srgbClr val="1B51A6"/>
                </a:solidFill>
              </a:rPr>
              <a:t>: </a:t>
            </a:r>
            <a:r>
              <a:rPr lang="ko-KR" altLang="en-US" b="1" dirty="0">
                <a:solidFill>
                  <a:srgbClr val="1B51A6"/>
                </a:solidFill>
              </a:rPr>
              <a:t>영화 </a:t>
            </a:r>
            <a:r>
              <a:rPr lang="ko-KR" altLang="en-US" b="1" dirty="0" err="1">
                <a:solidFill>
                  <a:srgbClr val="1B51A6"/>
                </a:solidFill>
              </a:rPr>
              <a:t>추천기</a:t>
            </a:r>
            <a:r>
              <a:rPr lang="en-US" altLang="ko-KR" b="1" dirty="0">
                <a:solidFill>
                  <a:srgbClr val="1B51A6"/>
                </a:solidFill>
              </a:rPr>
              <a:t>)</a:t>
            </a: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18CA1-989A-0EDA-8A63-4EC532C13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96" y="1325461"/>
            <a:ext cx="11346809" cy="53622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사용자 취향 기반으로 영화를 추천하는 웹 앱을 개발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간단한 </a:t>
            </a:r>
            <a:r>
              <a:rPr lang="en-US" altLang="ko-KR" dirty="0"/>
              <a:t>ML </a:t>
            </a:r>
            <a:r>
              <a:rPr lang="ko-KR" altLang="en-US" dirty="0"/>
              <a:t>모델을 통합한 </a:t>
            </a:r>
            <a:r>
              <a:rPr lang="en-US" altLang="ko-KR" dirty="0"/>
              <a:t>AI </a:t>
            </a:r>
            <a:r>
              <a:rPr lang="ko-KR" altLang="en-US" dirty="0"/>
              <a:t>중심 개발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주요 요구사항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사용자 프로필 관리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콘텐츠 데이터베이스 </a:t>
            </a:r>
            <a:r>
              <a:rPr lang="en-US" altLang="ko-KR" dirty="0"/>
              <a:t>(</a:t>
            </a:r>
            <a:r>
              <a:rPr lang="ko-KR" altLang="en-US" dirty="0"/>
              <a:t>영화 목록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추천 엔진 </a:t>
            </a:r>
            <a:r>
              <a:rPr lang="en-US" altLang="ko-KR" dirty="0"/>
              <a:t>(</a:t>
            </a:r>
            <a:r>
              <a:rPr lang="ko-KR" altLang="en-US" dirty="0"/>
              <a:t>유사도 계산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피드백 루프 </a:t>
            </a:r>
            <a:r>
              <a:rPr lang="en-US" altLang="ko-KR" dirty="0"/>
              <a:t>(</a:t>
            </a:r>
            <a:r>
              <a:rPr lang="ko-KR" altLang="en-US" dirty="0"/>
              <a:t>평점 반영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시각화 </a:t>
            </a:r>
            <a:r>
              <a:rPr lang="en-US" altLang="ko-KR" dirty="0"/>
              <a:t>(</a:t>
            </a:r>
            <a:r>
              <a:rPr lang="ko-KR" altLang="en-US" dirty="0"/>
              <a:t>추천 목록 </a:t>
            </a:r>
            <a:r>
              <a:rPr lang="en-US" altLang="ko-KR" dirty="0"/>
              <a:t>UI)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성능 최적화</a:t>
            </a:r>
          </a:p>
        </p:txBody>
      </p:sp>
    </p:spTree>
    <p:extLst>
      <p:ext uri="{BB962C8B-B14F-4D97-AF65-F5344CB8AC3E}">
        <p14:creationId xmlns:p14="http://schemas.microsoft.com/office/powerpoint/2010/main" val="671646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21BA7-D997-4186-9110-A53F8FB1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조별과제 </a:t>
            </a:r>
            <a:r>
              <a:rPr lang="en-US" altLang="ko-KR" dirty="0"/>
              <a:t>- </a:t>
            </a:r>
            <a:r>
              <a:rPr lang="ko-KR" altLang="en-US" dirty="0"/>
              <a:t>조 편성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B945700-A043-4824-BCCC-9C62F38332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8903185"/>
              </p:ext>
            </p:extLst>
          </p:nvPr>
        </p:nvGraphicFramePr>
        <p:xfrm>
          <a:off x="422275" y="1325563"/>
          <a:ext cx="1134745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798">
                  <a:extLst>
                    <a:ext uri="{9D8B030D-6E8A-4147-A177-3AD203B41FA5}">
                      <a16:colId xmlns:a16="http://schemas.microsoft.com/office/drawing/2014/main" val="1703989902"/>
                    </a:ext>
                  </a:extLst>
                </a:gridCol>
                <a:gridCol w="9735652">
                  <a:extLst>
                    <a:ext uri="{9D8B030D-6E8A-4147-A177-3AD203B41FA5}">
                      <a16:colId xmlns:a16="http://schemas.microsoft.com/office/drawing/2014/main" val="1391161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303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박우현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신성민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정원준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86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김경회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이승혜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문서희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8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김지균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이준서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황원민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20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정은비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서효린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조아린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이윤정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298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김태영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김예현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정찬혁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20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김대영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김민재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안병일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황태웅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17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최현주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정혜영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허진서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박아정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34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조예현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임민수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김치헌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권희원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9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김민수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진민성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박준희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30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정은정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박은서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이지현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백지연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05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홍록경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김재원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홍화수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윤도훈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14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박근재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명수빈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김동환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30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심민준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최길웅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박미르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류석종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74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324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21BA7-D997-4186-9110-A53F8FB1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조별과제 </a:t>
            </a:r>
            <a:r>
              <a:rPr lang="en-US" altLang="ko-KR" dirty="0"/>
              <a:t>- </a:t>
            </a:r>
            <a:r>
              <a:rPr lang="ko-KR" altLang="en-US" dirty="0"/>
              <a:t>조 편성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B945700-A043-4824-BCCC-9C62F38332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958177"/>
              </p:ext>
            </p:extLst>
          </p:nvPr>
        </p:nvGraphicFramePr>
        <p:xfrm>
          <a:off x="422275" y="1325563"/>
          <a:ext cx="11347450" cy="525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798">
                  <a:extLst>
                    <a:ext uri="{9D8B030D-6E8A-4147-A177-3AD203B41FA5}">
                      <a16:colId xmlns:a16="http://schemas.microsoft.com/office/drawing/2014/main" val="1703989902"/>
                    </a:ext>
                  </a:extLst>
                </a:gridCol>
                <a:gridCol w="9735652">
                  <a:extLst>
                    <a:ext uri="{9D8B030D-6E8A-4147-A177-3AD203B41FA5}">
                      <a16:colId xmlns:a16="http://schemas.microsoft.com/office/drawing/2014/main" val="1391161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303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안선효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황왕석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배준희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867398"/>
                  </a:ext>
                </a:extLst>
              </a:tr>
              <a:tr h="4362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정이량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황대겸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박지환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8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박현민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허승민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이연서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박현준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20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정우진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정원제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선지수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이승호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298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문환도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정세혁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천태웅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20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강세렘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한우형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김현중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17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이재현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구근환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장승훈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34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9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30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05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14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30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74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997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21BA7-D997-4186-9110-A53F8FB1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조별과제 </a:t>
            </a:r>
            <a:r>
              <a:rPr lang="en-US" altLang="ko-KR" dirty="0"/>
              <a:t>- </a:t>
            </a:r>
            <a:r>
              <a:rPr lang="ko-KR" altLang="en-US" dirty="0"/>
              <a:t>조 편성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2621D-7747-4C16-9705-B7752CB28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225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9966</TotalTime>
  <Words>783</Words>
  <Application>Microsoft Office PowerPoint</Application>
  <PresentationFormat>와이드스크린</PresentationFormat>
  <Paragraphs>140</Paragraphs>
  <Slides>13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HY헤드라인M</vt:lpstr>
      <vt:lpstr>맑은 고딕</vt:lpstr>
      <vt:lpstr>Arial</vt:lpstr>
      <vt:lpstr>Source Sans Pro</vt:lpstr>
      <vt:lpstr>Tahoma</vt:lpstr>
      <vt:lpstr>Office 테마</vt:lpstr>
      <vt:lpstr>소프트웨어 공학</vt:lpstr>
      <vt:lpstr>조별과제 - 개요</vt:lpstr>
      <vt:lpstr>조별과제 - 일정</vt:lpstr>
      <vt:lpstr>1단계</vt:lpstr>
      <vt:lpstr>2단계</vt:lpstr>
      <vt:lpstr>3단계</vt:lpstr>
      <vt:lpstr>주제 1 - 개인화된 학습 관리 앱 (Web/Mobile)</vt:lpstr>
      <vt:lpstr>주제 2 - 환경 모니터링 대시보드 (IoT 연동 옵션)</vt:lpstr>
      <vt:lpstr>주제 3 - 헬스케어 트래커 (웨어러블 연동 옵션)</vt:lpstr>
      <vt:lpstr>주제 4 - AI 기반 추천 시스템 (예: 영화 추천기)</vt:lpstr>
      <vt:lpstr>조별과제 - 조 편성</vt:lpstr>
      <vt:lpstr>조별과제 - 조 편성</vt:lpstr>
      <vt:lpstr>조별과제 - 조 편성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Open-Source Software</dc:title>
  <dc:creator>LeeHyuk</dc:creator>
  <cp:lastModifiedBy>권희원</cp:lastModifiedBy>
  <cp:revision>44</cp:revision>
  <dcterms:created xsi:type="dcterms:W3CDTF">2023-08-03T11:03:00Z</dcterms:created>
  <dcterms:modified xsi:type="dcterms:W3CDTF">2026-05-19T04:52:07Z</dcterms:modified>
</cp:coreProperties>
</file>